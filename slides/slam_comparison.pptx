
<file path=[Content_Types].xml><?xml version="1.0" encoding="utf-8"?>
<Types xmlns="http://schemas.openxmlformats.org/package/2006/content-types">
  <Default Extension="jpeg" ContentType="image/jpeg"/>
  <Default Extension="jpg" ContentType="image/jpeg"/>
  <Default Extension="png" ContentType="image/png"/>
  <Default Extension="rels" ContentType="application/vnd.openxmlformats-package.relationships+xml"/>
  <Default Extension="svg" ContentType="image/svg+xml"/>
  <Default Extension="xml" ContentType="application/xml"/>
  <Override PartName="/ppt/presentation.xml" ContentType="application/vnd.openxmlformats-officedocument.presentationml.presentation.main+xml"/>
  <Override PartName="/ppt/slideMasters/slideMaster1.xml" ContentType="application/vnd.openxmlformats-officedocument.presentationml.slideMaster+xml"/>
  <Override PartName="/ppt/slides/slide1.xml" ContentType="application/vnd.openxmlformats-officedocument.presentationml.slide+xml"/>
  <Override PartName="/ppt/slides/slide2.xml" ContentType="application/vnd.openxmlformats-officedocument.presentationml.slide+xml"/>
  <Override PartName="/ppt/slides/slide3.xml" ContentType="application/vnd.openxmlformats-officedocument.presentationml.slide+xml"/>
  <Override PartName="/ppt/slides/slide4.xml" ContentType="application/vnd.openxmlformats-officedocument.presentationml.slide+xml"/>
  <Override PartName="/ppt/slides/slide5.xml" ContentType="application/vnd.openxmlformats-officedocument.presentationml.slide+xml"/>
  <Override PartName="/ppt/slides/slide6.xml" ContentType="application/vnd.openxmlformats-officedocument.presentationml.slide+xml"/>
  <Override PartName="/ppt/slides/slide7.xml" ContentType="application/vnd.openxmlformats-officedocument.presentationml.slide+xml"/>
  <Override PartName="/ppt/slides/slide8.xml" ContentType="application/vnd.openxmlformats-officedocument.presentationml.slide+xml"/>
  <Override PartName="/ppt/slides/slide9.xml" ContentType="application/vnd.openxmlformats-officedocument.presentationml.slide+xml"/>
  <Override PartName="/ppt/slides/slide10.xml" ContentType="application/vnd.openxmlformats-officedocument.presentationml.slide+xml"/>
  <Override PartName="/ppt/slides/slide11.xml" ContentType="application/vnd.openxmlformats-officedocument.presentationml.slide+xml"/>
  <Override PartName="/ppt/slides/slide12.xml" ContentType="application/vnd.openxmlformats-officedocument.presentationml.slide+xml"/>
  <Override PartName="/ppt/slides/slide13.xml" ContentType="application/vnd.openxmlformats-officedocument.presentationml.slide+xml"/>
  <Override PartName="/ppt/slides/slide14.xml" ContentType="application/vnd.openxmlformats-officedocument.presentationml.slide+xml"/>
  <Override PartName="/ppt/slides/slide15.xml" ContentType="application/vnd.openxmlformats-officedocument.presentationml.slide+xml"/>
  <Override PartName="/ppt/notesMasters/notesMaster1.xml" ContentType="application/vnd.openxmlformats-officedocument.presentationml.notesMaster+xml"/>
  <Override PartName="/ppt/handoutMasters/handoutMaster1.xml" ContentType="application/vnd.openxmlformats-officedocument.presentationml.handoutMaster+xml"/>
  <Override PartName="/ppt/presProps.xml" ContentType="application/vnd.openxmlformats-officedocument.presentationml.presProps+xml"/>
  <Override PartName="/ppt/viewProps.xml" ContentType="application/vnd.openxmlformats-officedocument.presentationml.viewProps+xml"/>
  <Override PartName="/ppt/theme/theme1.xml" ContentType="application/vnd.openxmlformats-officedocument.theme+xml"/>
  <Override PartName="/ppt/tableStyles.xml" ContentType="application/vnd.openxmlformats-officedocument.presentationml.tableStyles+xml"/>
  <Override PartName="/ppt/slideLayouts/slideLayout1.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slideLayouts/slideLayout4.xml" ContentType="application/vnd.openxmlformats-officedocument.presentationml.slideLayout+xml"/>
  <Override PartName="/ppt/slideLayouts/slideLayout5.xml" ContentType="application/vnd.openxmlformats-officedocument.presentationml.slideLayout+xml"/>
  <Override PartName="/ppt/slideLayouts/slideLayout6.xml" ContentType="application/vnd.openxmlformats-officedocument.presentationml.slideLayout+xml"/>
  <Override PartName="/ppt/slideLayouts/slideLayout7.xml" ContentType="application/vnd.openxmlformats-officedocument.presentationml.slideLayout+xml"/>
  <Override PartName="/ppt/slideLayouts/slideLayout8.xml" ContentType="application/vnd.openxmlformats-officedocument.presentationml.slideLayout+xml"/>
  <Override PartName="/ppt/slideLayouts/slideLayout9.xml" ContentType="application/vnd.openxmlformats-officedocument.presentationml.slideLayout+xml"/>
  <Override PartName="/ppt/slideLayouts/slideLayout10.xml" ContentType="application/vnd.openxmlformats-officedocument.presentationml.slideLayout+xml"/>
  <Override PartName="/ppt/slideLayouts/slideLayout11.xml" ContentType="application/vnd.openxmlformats-officedocument.presentationml.slideLayout+xml"/>
  <Override PartName="/ppt/slideLayouts/slideLayout12.xml" ContentType="application/vnd.openxmlformats-officedocument.presentationml.slideLayout+xml"/>
  <Override PartName="/ppt/slideLayouts/slideLayout13.xml" ContentType="application/vnd.openxmlformats-officedocument.presentationml.slideLayout+xml"/>
  <Override PartName="/ppt/theme/theme2.xml" ContentType="application/vnd.openxmlformats-officedocument.theme+xml"/>
  <Override PartName="/ppt/theme/theme3.xml" ContentType="application/vnd.openxmlformats-officedocument.theme+xml"/>
  <Override PartName="/ppt/notesSlides/notesSlide1.xml" ContentType="application/vnd.openxmlformats-officedocument.presentationml.notesSlide+xml"/>
  <Override PartName="/ppt/notesSlides/notesSlide2.xml" ContentType="application/vnd.openxmlformats-officedocument.presentationml.notesSlide+xml"/>
  <Override PartName="/ppt/notesSlides/notesSlide3.xml" ContentType="application/vnd.openxmlformats-officedocument.presentationml.notesSlide+xml"/>
  <Override PartName="/ppt/notesSlides/notesSlide4.xml" ContentType="application/vnd.openxmlformats-officedocument.presentationml.notesSlide+xml"/>
  <Override PartName="/ppt/notesSlides/notesSlide5.xml" ContentType="application/vnd.openxmlformats-officedocument.presentationml.notesSlide+xml"/>
  <Override PartName="/ppt/notesSlides/notesSlide6.xml" ContentType="application/vnd.openxmlformats-officedocument.presentationml.notesSlide+xml"/>
  <Override PartName="/ppt/notesSlides/notesSlide7.xml" ContentType="application/vnd.openxmlformats-officedocument.presentationml.notesSlide+xml"/>
  <Override PartName="/ppt/notesSlides/notesSlide8.xml" ContentType="application/vnd.openxmlformats-officedocument.presentationml.notesSlide+xml"/>
  <Override PartName="/ppt/notesSlides/notesSlide9.xml" ContentType="application/vnd.openxmlformats-officedocument.presentationml.notesSlide+xml"/>
  <Override PartName="/ppt/notesSlides/notesSlide10.xml" ContentType="application/vnd.openxmlformats-officedocument.presentationml.notesSlide+xml"/>
  <Override PartName="/ppt/notesSlides/notesSlide11.xml" ContentType="application/vnd.openxmlformats-officedocument.presentationml.notesSlide+xml"/>
  <Override PartName="/ppt/notesSlides/notesSlide12.xml" ContentType="application/vnd.openxmlformats-officedocument.presentationml.notesSlide+xml"/>
  <Override PartName="/ppt/notesSlides/notesSlide13.xml" ContentType="application/vnd.openxmlformats-officedocument.presentationml.notesSlide+xml"/>
  <Override PartName="/ppt/notesSlides/notesSlide14.xml" ContentType="application/vnd.openxmlformats-officedocument.presentationml.notesSlide+xml"/>
  <Override PartName="/docProps/core.xml" ContentType="application/vnd.openxmlformats-package.core-properties+xml"/>
  <Override PartName="/docProps/app.xml" ContentType="application/vnd.openxmlformats-officedocument.extended-properties+xml"/>
</Types>
</file>

<file path=_rels/.rels><?xml version="1.0" encoding="UTF-8" standalone="yes"?>
<Relationships xmlns="http://schemas.openxmlformats.org/package/2006/relationships"><Relationship Id="rId3" Type="http://schemas.openxmlformats.org/package/2006/relationships/metadata/core-properties" Target="docProps/core.xml"/><Relationship Id="rId2" Type="http://schemas.openxmlformats.org/package/2006/relationships/metadata/thumbnail" Target="docProps/thumbnail.jpeg"/><Relationship Id="rId1" Type="http://schemas.openxmlformats.org/officeDocument/2006/relationships/officeDocument" Target="ppt/presentation.xml"/><Relationship Id="rId4" Type="http://schemas.openxmlformats.org/officeDocument/2006/relationships/extended-properties" Target="docProps/app.xml"/></Relationships>
</file>

<file path=ppt/presentation.xml><?xml version="1.0" encoding="utf-8"?>
<p:presentation xmlns:a="http://schemas.openxmlformats.org/drawingml/2006/main" xmlns:r="http://schemas.openxmlformats.org/officeDocument/2006/relationships" xmlns:p="http://schemas.openxmlformats.org/presentationml/2006/main" showSpecialPlsOnTitleSld="0" saveSubsetFonts="1">
  <p:sldMasterIdLst>
    <p:sldMasterId id="2147483648" r:id="rId1"/>
  </p:sldMasterIdLst>
  <p:notesMasterIdLst>
    <p:notesMasterId r:id="rId17"/>
  </p:notesMasterIdLst>
  <p:handoutMasterIdLst>
    <p:handoutMasterId r:id="rId18"/>
  </p:handoutMasterIdLst>
  <p:sldIdLst>
    <p:sldId id="256" r:id="rId2"/>
    <p:sldId id="257" r:id="rId3"/>
    <p:sldId id="258" r:id="rId4"/>
    <p:sldId id="259" r:id="rId5"/>
    <p:sldId id="260" r:id="rId6"/>
    <p:sldId id="261" r:id="rId7"/>
    <p:sldId id="262" r:id="rId8"/>
    <p:sldId id="263" r:id="rId9"/>
    <p:sldId id="264" r:id="rId10"/>
    <p:sldId id="265" r:id="rId11"/>
    <p:sldId id="266" r:id="rId12"/>
    <p:sldId id="267" r:id="rId13"/>
    <p:sldId id="268" r:id="rId14"/>
    <p:sldId id="269" r:id="rId15"/>
    <p:sldId id="270" r:id="rId16"/>
  </p:sldIdLst>
  <p:sldSz cx="9144000" cy="5143500" type="screen16x9"/>
  <p:notesSz cx="6858000" cy="9144000"/>
  <p:defaultTextStyle>
    <a:defPPr>
      <a:defRPr lang="de-DE"/>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defaultTextStyle>
  <p:extLst>
    <p:ext uri="{EFAFB233-063F-42B5-8137-9DF3F51BA10A}">
      <p15:sldGuideLst xmlns:p15="http://schemas.microsoft.com/office/powerpoint/2012/main"/>
    </p:ext>
    <p:ext uri="{2D200454-40CA-4A62-9FC3-DE9A4176ACB9}">
      <p15:notesGuideLst xmlns:p15="http://schemas.microsoft.com/office/powerpoint/2012/main"/>
    </p:ext>
  </p:extLst>
</p:presentation>
</file>

<file path=ppt/presProps.xml><?xml version="1.0" encoding="utf-8"?>
<p:presentationPr xmlns:a="http://schemas.openxmlformats.org/drawingml/2006/main" xmlns:r="http://schemas.openxmlformats.org/officeDocument/2006/relationships" xmlns:p="http://schemas.openxmlformats.org/presentationml/2006/main">
  <p:showPr showNarration="1">
    <p:present/>
    <p:sldAll/>
    <p:penClr>
      <a:prstClr val="red"/>
    </p:penClr>
    <p:extLst>
      <p:ext uri="{EC167BDD-8182-4AB7-AECC-EB403E3ABB37}">
        <p14:laserClr xmlns:p14="http://schemas.microsoft.com/office/powerpoint/2010/main">
          <a:srgbClr val="FF0000"/>
        </p14:laserClr>
      </p:ext>
      <p:ext uri="{2FDB2607-1784-4EEB-B798-7EB5836EED8A}">
        <p14:showMediaCtrls xmlns:p14="http://schemas.microsoft.com/office/powerpoint/2010/main" val="1"/>
      </p:ext>
    </p:extLst>
  </p:showPr>
  <p:clrMru>
    <a:srgbClr val="005A96"/>
    <a:srgbClr val="72777A"/>
    <a:srgbClr val="8BB31D"/>
  </p:clrMru>
  <p:extLst>
    <p:ext uri="{E76CE94A-603C-4142-B9EB-6D1370010A27}">
      <p14:discardImageEditData xmlns:p14="http://schemas.microsoft.com/office/powerpoint/2010/main" val="0"/>
    </p:ext>
    <p:ext uri="{D31A062A-798A-4329-ABDD-BBA856620510}">
      <p14:defaultImageDpi xmlns:p14="http://schemas.microsoft.com/office/powerpoint/2010/main" val="220"/>
    </p:ext>
    <p:ext uri="{FD5EFAAD-0ECE-453E-9831-46B23BE46B34}">
      <p15:chartTrackingRefBased xmlns:p15="http://schemas.microsoft.com/office/powerpoint/2012/main" val="1"/>
    </p:ext>
  </p:extLst>
</p:presentationPr>
</file>

<file path=ppt/tableStyles.xml><?xml version="1.0" encoding="utf-8"?>
<a:tblStyleLst xmlns:a="http://schemas.openxmlformats.org/drawingml/2006/main" def="{5C22544A-7EE6-4342-B048-85BDC9FD1C3A}">
  <a:tblStyle styleId="{5C22544A-7EE6-4342-B048-85BDC9FD1C3A}" styleName="Mittlere Formatvorlage 2 - Akzent 1">
    <a:wholeTbl>
      <a:tcTxStyle>
        <a:fontRef idx="minor">
          <a:prstClr val="black"/>
        </a:fontRef>
        <a:schemeClr val="dk1"/>
      </a:tcTxStyle>
      <a:tcStyle>
        <a:tcBdr>
          <a:left>
            <a:ln w="12700" cmpd="sng">
              <a:solidFill>
                <a:schemeClr val="lt1"/>
              </a:solidFill>
            </a:ln>
          </a:left>
          <a:right>
            <a:ln w="12700" cmpd="sng">
              <a:solidFill>
                <a:schemeClr val="lt1"/>
              </a:solidFill>
            </a:ln>
          </a:right>
          <a:top>
            <a:ln w="12700" cmpd="sng">
              <a:solidFill>
                <a:schemeClr val="lt1"/>
              </a:solidFill>
            </a:ln>
          </a:top>
          <a:bottom>
            <a:ln w="12700" cmpd="sng">
              <a:solidFill>
                <a:schemeClr val="lt1"/>
              </a:solidFill>
            </a:ln>
          </a:bottom>
          <a:insideH>
            <a:ln w="12700" cmpd="sng">
              <a:solidFill>
                <a:schemeClr val="lt1"/>
              </a:solidFill>
            </a:ln>
          </a:insideH>
          <a:insideV>
            <a:ln w="12700" cmpd="sng">
              <a:solidFill>
                <a:schemeClr val="lt1"/>
              </a:solidFill>
            </a:ln>
          </a:insideV>
        </a:tcBdr>
        <a:fill>
          <a:solidFill>
            <a:schemeClr val="accent1">
              <a:tint val="20000"/>
            </a:schemeClr>
          </a:solidFill>
        </a:fill>
      </a:tcStyle>
    </a:wholeTbl>
    <a:band1H>
      <a:tcStyle>
        <a:tcBdr/>
        <a:fill>
          <a:solidFill>
            <a:schemeClr val="accent1">
              <a:tint val="40000"/>
            </a:schemeClr>
          </a:solidFill>
        </a:fill>
      </a:tcStyle>
    </a:band1H>
    <a:band2H>
      <a:tcStyle>
        <a:tcBdr/>
      </a:tcStyle>
    </a:band2H>
    <a:band1V>
      <a:tcStyle>
        <a:tcBdr/>
        <a:fill>
          <a:solidFill>
            <a:schemeClr val="accent1">
              <a:tint val="40000"/>
            </a:schemeClr>
          </a:solidFill>
        </a:fill>
      </a:tcStyle>
    </a:band1V>
    <a:band2V>
      <a:tcStyle>
        <a:tcBdr/>
      </a:tcStyle>
    </a:band2V>
    <a:lastCol>
      <a:tcTxStyle b="on">
        <a:fontRef idx="minor">
          <a:prstClr val="black"/>
        </a:fontRef>
        <a:schemeClr val="lt1"/>
      </a:tcTxStyle>
      <a:tcStyle>
        <a:tcBdr/>
        <a:fill>
          <a:solidFill>
            <a:schemeClr val="accent1"/>
          </a:solidFill>
        </a:fill>
      </a:tcStyle>
    </a:lastCol>
    <a:firstCol>
      <a:tcTxStyle b="on">
        <a:fontRef idx="minor">
          <a:prstClr val="black"/>
        </a:fontRef>
        <a:schemeClr val="lt1"/>
      </a:tcTxStyle>
      <a:tcStyle>
        <a:tcBdr/>
        <a:fill>
          <a:solidFill>
            <a:schemeClr val="accent1"/>
          </a:solidFill>
        </a:fill>
      </a:tcStyle>
    </a:firstCol>
    <a:lastRow>
      <a:tcTxStyle b="on">
        <a:fontRef idx="minor">
          <a:prstClr val="black"/>
        </a:fontRef>
        <a:schemeClr val="lt1"/>
      </a:tcTxStyle>
      <a:tcStyle>
        <a:tcBdr>
          <a:top>
            <a:ln w="38100" cmpd="sng">
              <a:solidFill>
                <a:schemeClr val="lt1"/>
              </a:solidFill>
            </a:ln>
          </a:top>
        </a:tcBdr>
        <a:fill>
          <a:solidFill>
            <a:schemeClr val="accent1"/>
          </a:solidFill>
        </a:fill>
      </a:tcStyle>
    </a:lastRow>
    <a:firstRow>
      <a:tcTxStyle b="on">
        <a:fontRef idx="minor">
          <a:prstClr val="black"/>
        </a:fontRef>
        <a:schemeClr val="lt1"/>
      </a:tcTxStyle>
      <a:tcStyle>
        <a:tcBdr>
          <a:bottom>
            <a:ln w="38100" cmpd="sng">
              <a:solidFill>
                <a:schemeClr val="lt1"/>
              </a:solidFill>
            </a:ln>
          </a:bottom>
        </a:tcBdr>
        <a:fill>
          <a:solidFill>
            <a:schemeClr val="accent1"/>
          </a:solidFill>
        </a:fill>
      </a:tcStyle>
    </a:firstRow>
  </a:tblStyle>
</a:tblStyleLst>
</file>

<file path=ppt/viewProps.xml><?xml version="1.0" encoding="utf-8"?>
<p:viewPr xmlns:a="http://schemas.openxmlformats.org/drawingml/2006/main" xmlns:r="http://schemas.openxmlformats.org/officeDocument/2006/relationships" xmlns:p="http://schemas.openxmlformats.org/presentationml/2006/main">
  <p:normalViewPr horzBarState="maximized">
    <p:restoredLeft sz="14994" autoAdjust="0"/>
    <p:restoredTop sz="95652" autoAdjust="0"/>
  </p:normalViewPr>
  <p:slideViewPr>
    <p:cSldViewPr snapToGrid="0">
      <p:cViewPr varScale="1">
        <p:scale>
          <a:sx n="126" d="100"/>
          <a:sy n="126" d="100"/>
        </p:scale>
        <p:origin x="306" y="126"/>
      </p:cViewPr>
      <p:guideLst/>
    </p:cSldViewPr>
  </p:slideViewPr>
  <p:outlineViewPr>
    <p:cViewPr>
      <p:scale>
        <a:sx n="33" d="100"/>
        <a:sy n="33" d="100"/>
      </p:scale>
      <p:origin x="0" y="0"/>
    </p:cViewPr>
  </p:outlineViewPr>
  <p:notesTextViewPr>
    <p:cViewPr>
      <p:scale>
        <a:sx n="1" d="1"/>
        <a:sy n="1" d="1"/>
      </p:scale>
      <p:origin x="0" y="0"/>
    </p:cViewPr>
  </p:notesTextViewPr>
  <p:sorterViewPr>
    <p:cViewPr>
      <p:scale>
        <a:sx n="100" d="100"/>
        <a:sy n="100" d="100"/>
      </p:scale>
      <p:origin x="0" y="0"/>
    </p:cViewPr>
  </p:sorterViewPr>
  <p:notesViewPr>
    <p:cSldViewPr snapToGrid="0" showGuides="1">
      <p:cViewPr varScale="1">
        <p:scale>
          <a:sx n="70" d="100"/>
          <a:sy n="70" d="100"/>
        </p:scale>
        <p:origin x="2514" y="66"/>
      </p:cViewPr>
      <p:guideLst/>
    </p:cSldViewPr>
  </p:notesViewPr>
  <p:gridSpacing cx="72008" cy="72008"/>
</p:viewPr>
</file>

<file path=ppt/_rels/presentation.xml.rels><?xml version="1.0" encoding="UTF-8" standalone="yes"?>
<Relationships xmlns="http://schemas.openxmlformats.org/package/2006/relationships"><Relationship Id="rId8" Type="http://schemas.openxmlformats.org/officeDocument/2006/relationships/slide" Target="slides/slide7.xml"/><Relationship Id="rId13" Type="http://schemas.openxmlformats.org/officeDocument/2006/relationships/slide" Target="slides/slide12.xml"/><Relationship Id="rId18" Type="http://schemas.openxmlformats.org/officeDocument/2006/relationships/handoutMaster" Target="handoutMasters/handoutMaster1.xml"/><Relationship Id="rId3" Type="http://schemas.openxmlformats.org/officeDocument/2006/relationships/slide" Target="slides/slide2.xml"/><Relationship Id="rId21" Type="http://schemas.openxmlformats.org/officeDocument/2006/relationships/theme" Target="theme/theme1.xml"/><Relationship Id="rId7" Type="http://schemas.openxmlformats.org/officeDocument/2006/relationships/slide" Target="slides/slide6.xml"/><Relationship Id="rId12" Type="http://schemas.openxmlformats.org/officeDocument/2006/relationships/slide" Target="slides/slide11.xml"/><Relationship Id="rId17" Type="http://schemas.openxmlformats.org/officeDocument/2006/relationships/notesMaster" Target="notesMasters/notesMaster1.xml"/><Relationship Id="rId2" Type="http://schemas.openxmlformats.org/officeDocument/2006/relationships/slide" Target="slides/slide1.xml"/><Relationship Id="rId16" Type="http://schemas.openxmlformats.org/officeDocument/2006/relationships/slide" Target="slides/slide15.xml"/><Relationship Id="rId20" Type="http://schemas.openxmlformats.org/officeDocument/2006/relationships/viewProps" Target="viewProps.xml"/><Relationship Id="rId1" Type="http://schemas.openxmlformats.org/officeDocument/2006/relationships/slideMaster" Target="slideMasters/slideMaster1.xml"/><Relationship Id="rId6" Type="http://schemas.openxmlformats.org/officeDocument/2006/relationships/slide" Target="slides/slide5.xml"/><Relationship Id="rId11" Type="http://schemas.openxmlformats.org/officeDocument/2006/relationships/slide" Target="slides/slide10.xml"/><Relationship Id="rId5" Type="http://schemas.openxmlformats.org/officeDocument/2006/relationships/slide" Target="slides/slide4.xml"/><Relationship Id="rId15" Type="http://schemas.openxmlformats.org/officeDocument/2006/relationships/slide" Target="slides/slide14.xml"/><Relationship Id="rId10" Type="http://schemas.openxmlformats.org/officeDocument/2006/relationships/slide" Target="slides/slide9.xml"/><Relationship Id="rId19" Type="http://schemas.openxmlformats.org/officeDocument/2006/relationships/presProps" Target="presProps.xml"/><Relationship Id="rId4" Type="http://schemas.openxmlformats.org/officeDocument/2006/relationships/slide" Target="slides/slide3.xml"/><Relationship Id="rId9" Type="http://schemas.openxmlformats.org/officeDocument/2006/relationships/slide" Target="slides/slide8.xml"/><Relationship Id="rId14" Type="http://schemas.openxmlformats.org/officeDocument/2006/relationships/slide" Target="slides/slide13.xml"/><Relationship Id="rId22" Type="http://schemas.openxmlformats.org/officeDocument/2006/relationships/tableStyles" Target="tableStyles.xml"/></Relationships>
</file>

<file path=ppt/handoutMasters/_rels/handoutMaster1.xml.rels><?xml version="1.0" encoding="UTF-8" standalone="yes"?>
<Relationships xmlns="http://schemas.openxmlformats.org/package/2006/relationships"><Relationship Id="rId1" Type="http://schemas.openxmlformats.org/officeDocument/2006/relationships/theme" Target="../theme/theme3.xml"/></Relationships>
</file>

<file path=ppt/handoutMasters/handoutMaster1.xml><?xml version="1.0" encoding="utf-8"?>
<p:handout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Kopfzeilenplatzhalter 1"/>
          <p:cNvSpPr>
            <a:spLocks noGrp="1"/>
          </p:cNvSpPr>
          <p:nvPr>
            <p:ph type="hdr" sz="quarter"/>
          </p:nvPr>
        </p:nvSpPr>
        <p:spPr>
          <a:xfrm>
            <a:off x="0" y="0"/>
            <a:ext cx="2971800" cy="458788"/>
          </a:xfrm>
          <a:prstGeom prst="rect">
            <a:avLst/>
          </a:prstGeom>
        </p:spPr>
        <p:txBody>
          <a:bodyPr vert="horz" lIns="91440" tIns="45720" rIns="91440" bIns="45720" rtlCol="0"/>
          <a:lstStyle>
            <a:lvl1pPr algn="l">
              <a:defRPr sz="1200"/>
            </a:lvl1pPr>
          </a:lstStyle>
          <a:p>
            <a:endParaRPr lang="de-AT"/>
          </a:p>
        </p:txBody>
      </p:sp>
      <p:sp>
        <p:nvSpPr>
          <p:cNvPr id="3" name="Datumsplatzhalter 2"/>
          <p:cNvSpPr>
            <a:spLocks noGrp="1"/>
          </p:cNvSpPr>
          <p:nvPr>
            <p:ph type="dt" sz="quarter" idx="1"/>
          </p:nvPr>
        </p:nvSpPr>
        <p:spPr>
          <a:xfrm>
            <a:off x="3884613" y="0"/>
            <a:ext cx="2971800" cy="458788"/>
          </a:xfrm>
          <a:prstGeom prst="rect">
            <a:avLst/>
          </a:prstGeom>
        </p:spPr>
        <p:txBody>
          <a:bodyPr vert="horz" lIns="91440" tIns="45720" rIns="91440" bIns="45720" rtlCol="0"/>
          <a:lstStyle>
            <a:lvl1pPr algn="r">
              <a:defRPr sz="1200"/>
            </a:lvl1pPr>
          </a:lstStyle>
          <a:p>
            <a:fld id="{177B9070-9281-4B15-842B-9B135EE24603}" type="datetimeFigureOut">
              <a:rPr lang="de-AT" smtClean="0"/>
              <a:t>08.10.2026</a:t>
            </a:fld>
            <a:endParaRPr lang="de-AT"/>
          </a:p>
        </p:txBody>
      </p:sp>
      <p:sp>
        <p:nvSpPr>
          <p:cNvPr id="4" name="Fußzeilenplatzhalter 3"/>
          <p:cNvSpPr>
            <a:spLocks noGrp="1"/>
          </p:cNvSpPr>
          <p:nvPr>
            <p:ph type="ftr" sz="quarter" idx="2"/>
          </p:nvPr>
        </p:nvSpPr>
        <p:spPr>
          <a:xfrm>
            <a:off x="0" y="8685213"/>
            <a:ext cx="2971800" cy="458787"/>
          </a:xfrm>
          <a:prstGeom prst="rect">
            <a:avLst/>
          </a:prstGeom>
        </p:spPr>
        <p:txBody>
          <a:bodyPr vert="horz" lIns="91440" tIns="45720" rIns="91440" bIns="45720" rtlCol="0" anchor="b"/>
          <a:lstStyle>
            <a:lvl1pPr algn="l">
              <a:defRPr sz="1200"/>
            </a:lvl1pPr>
          </a:lstStyle>
          <a:p>
            <a:endParaRPr lang="de-AT"/>
          </a:p>
        </p:txBody>
      </p:sp>
      <p:sp>
        <p:nvSpPr>
          <p:cNvPr id="5" name="Foliennummernplatzhalter 4"/>
          <p:cNvSpPr>
            <a:spLocks noGrp="1"/>
          </p:cNvSpPr>
          <p:nvPr>
            <p:ph type="sldNum" sz="quarter" idx="3"/>
          </p:nvPr>
        </p:nvSpPr>
        <p:spPr>
          <a:xfrm>
            <a:off x="3884613" y="8685213"/>
            <a:ext cx="2971800" cy="458787"/>
          </a:xfrm>
          <a:prstGeom prst="rect">
            <a:avLst/>
          </a:prstGeom>
        </p:spPr>
        <p:txBody>
          <a:bodyPr vert="horz" lIns="91440" tIns="45720" rIns="91440" bIns="45720" rtlCol="0" anchor="b"/>
          <a:lstStyle>
            <a:lvl1pPr algn="r">
              <a:defRPr sz="1200"/>
            </a:lvl1pPr>
          </a:lstStyle>
          <a:p>
            <a:fld id="{CB7FC8AE-2100-403C-A265-5E8967C6F3BC}" type="slidenum">
              <a:rPr lang="de-AT" smtClean="0"/>
              <a:t>‹Nr.›</a:t>
            </a:fld>
            <a:endParaRPr lang="de-AT"/>
          </a:p>
        </p:txBody>
      </p:sp>
    </p:spTree>
    <p:extLst>
      <p:ext uri="{BB962C8B-B14F-4D97-AF65-F5344CB8AC3E}">
        <p14:creationId xmlns:p14="http://schemas.microsoft.com/office/powerpoint/2010/main" val="3065233696"/>
      </p:ext>
    </p:extLst>
  </p:cSld>
  <p:clrMap bg1="lt1" tx1="dk1" bg2="lt2" tx2="dk2" accent1="accent1" accent2="accent2" accent3="accent3" accent4="accent4" accent5="accent5" accent6="accent6" hlink="hlink" folHlink="folHlink"/>
</p:handoutMaster>
</file>

<file path=ppt/notesMasters/_rels/notesMaster1.xml.rels><?xml version="1.0" encoding="UTF-8" standalone="yes"?>
<Relationships xmlns="http://schemas.openxmlformats.org/package/2006/relationships"><Relationship Id="rId1" Type="http://schemas.openxmlformats.org/officeDocument/2006/relationships/theme" Target="../theme/theme2.xml"/></Relationships>
</file>

<file path=ppt/notesMasters/notesMaster1.xml><?xml version="1.0" encoding="utf-8"?>
<p:notes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2971800" cy="458788"/>
          </a:xfrm>
          <a:prstGeom prst="rect">
            <a:avLst/>
          </a:prstGeom>
        </p:spPr>
        <p:txBody>
          <a:bodyPr vert="horz" lIns="91440" tIns="45720" rIns="91440" bIns="45720" rtlCol="0"/>
          <a:lstStyle>
            <a:lvl1pPr algn="l">
              <a:defRPr sz="1200"/>
            </a:lvl1pPr>
          </a:lstStyle>
          <a:p>
            <a:endParaRPr lang="en-US"/>
          </a:p>
        </p:txBody>
      </p:sp>
      <p:sp>
        <p:nvSpPr>
          <p:cNvPr id="3" name="Date Placeholder 2"/>
          <p:cNvSpPr>
            <a:spLocks noGrp="1"/>
          </p:cNvSpPr>
          <p:nvPr>
            <p:ph type="dt" idx="1"/>
          </p:nvPr>
        </p:nvSpPr>
        <p:spPr>
          <a:xfrm>
            <a:off x="3884613" y="0"/>
            <a:ext cx="2971800" cy="458788"/>
          </a:xfrm>
          <a:prstGeom prst="rect">
            <a:avLst/>
          </a:prstGeom>
        </p:spPr>
        <p:txBody>
          <a:bodyPr vert="horz" lIns="91440" tIns="45720" rIns="91440" bIns="45720" rtlCol="0"/>
          <a:lstStyle>
            <a:lvl1pPr algn="r">
              <a:defRPr sz="1200"/>
            </a:lvl1pPr>
          </a:lstStyle>
          <a:p>
            <a:fld id="{843A4CAD-2332-440A-B5F3-F5F26A7FAEC2}" type="datetimeFigureOut">
              <a:rPr lang="en-US" smtClean="0"/>
              <a:t>10/8/2026</a:t>
            </a:fld>
            <a:endParaRPr lang="en-US"/>
          </a:p>
        </p:txBody>
      </p:sp>
      <p:sp>
        <p:nvSpPr>
          <p:cNvPr id="4" name="Slide Image Placeholder 3"/>
          <p:cNvSpPr>
            <a:spLocks noGrp="1" noRot="1" noChangeAspect="1"/>
          </p:cNvSpPr>
          <p:nvPr>
            <p:ph type="sldImg" idx="2"/>
          </p:nvPr>
        </p:nvSpPr>
        <p:spPr>
          <a:xfrm>
            <a:off x="685800" y="1143000"/>
            <a:ext cx="5486400" cy="3086100"/>
          </a:xfrm>
          <a:prstGeom prst="rect">
            <a:avLst/>
          </a:prstGeom>
          <a:noFill/>
          <a:ln w="12700">
            <a:solidFill>
              <a:prstClr val="black"/>
            </a:solidFill>
          </a:ln>
        </p:spPr>
        <p:txBody>
          <a:bodyPr vert="horz" lIns="91440" tIns="45720" rIns="91440" bIns="45720" rtlCol="0" anchor="ctr"/>
          <a:lstStyle/>
          <a:p>
            <a:endParaRPr lang="en-US"/>
          </a:p>
        </p:txBody>
      </p:sp>
      <p:sp>
        <p:nvSpPr>
          <p:cNvPr id="5" name="Notes Placeholder 4"/>
          <p:cNvSpPr>
            <a:spLocks noGrp="1"/>
          </p:cNvSpPr>
          <p:nvPr>
            <p:ph type="body" sz="quarter" idx="3"/>
          </p:nvPr>
        </p:nvSpPr>
        <p:spPr>
          <a:xfrm>
            <a:off x="685800" y="4400550"/>
            <a:ext cx="5486400" cy="3600450"/>
          </a:xfrm>
          <a:prstGeom prst="rect">
            <a:avLst/>
          </a:prstGeom>
        </p:spPr>
        <p:txBody>
          <a:bodyPr vert="horz" lIns="91440" tIns="45720" rIns="91440" bIns="45720" rtlCol="0"/>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6" name="Footer Placeholder 5"/>
          <p:cNvSpPr>
            <a:spLocks noGrp="1"/>
          </p:cNvSpPr>
          <p:nvPr>
            <p:ph type="ftr" sz="quarter" idx="4"/>
          </p:nvPr>
        </p:nvSpPr>
        <p:spPr>
          <a:xfrm>
            <a:off x="0" y="8685213"/>
            <a:ext cx="2971800" cy="458787"/>
          </a:xfrm>
          <a:prstGeom prst="rect">
            <a:avLst/>
          </a:prstGeom>
        </p:spPr>
        <p:txBody>
          <a:bodyPr vert="horz" lIns="91440" tIns="45720" rIns="91440" bIns="45720" rtlCol="0" anchor="b"/>
          <a:lstStyle>
            <a:lvl1pPr algn="l">
              <a:defRPr sz="1200"/>
            </a:lvl1pPr>
          </a:lstStyle>
          <a:p>
            <a:endParaRPr lang="en-US"/>
          </a:p>
        </p:txBody>
      </p:sp>
      <p:sp>
        <p:nvSpPr>
          <p:cNvPr id="7" name="Slide Number Placeholder 6"/>
          <p:cNvSpPr>
            <a:spLocks noGrp="1"/>
          </p:cNvSpPr>
          <p:nvPr>
            <p:ph type="sldNum" sz="quarter" idx="5"/>
          </p:nvPr>
        </p:nvSpPr>
        <p:spPr>
          <a:xfrm>
            <a:off x="3884613" y="8685213"/>
            <a:ext cx="2971800" cy="458787"/>
          </a:xfrm>
          <a:prstGeom prst="rect">
            <a:avLst/>
          </a:prstGeom>
        </p:spPr>
        <p:txBody>
          <a:bodyPr vert="horz" lIns="91440" tIns="45720" rIns="91440" bIns="45720" rtlCol="0" anchor="b"/>
          <a:lstStyle>
            <a:lvl1pPr algn="r">
              <a:defRPr sz="1200"/>
            </a:lvl1pPr>
          </a:lstStyle>
          <a:p>
            <a:fld id="{2FFE4289-A74F-4222-9B90-D9BDCFD3E13B}" type="slidenum">
              <a:rPr lang="en-US" smtClean="0"/>
              <a:t>‹Nr.›</a:t>
            </a:fld>
            <a:endParaRPr lang="en-US"/>
          </a:p>
        </p:txBody>
      </p:sp>
    </p:spTree>
    <p:extLst>
      <p:ext uri="{BB962C8B-B14F-4D97-AF65-F5344CB8AC3E}">
        <p14:creationId xmlns:p14="http://schemas.microsoft.com/office/powerpoint/2010/main" val="3349702690"/>
      </p:ext>
    </p:extLst>
  </p:cSld>
  <p:clrMap bg1="lt1" tx1="dk1" bg2="lt2" tx2="dk2" accent1="accent1" accent2="accent2" accent3="accent3" accent4="accent4" accent5="accent5" accent6="accent6" hlink="hlink" folHlink="folHlink"/>
  <p:notesStyle>
    <a:lvl1pPr marL="0" algn="l" defTabSz="914400" rtl="0" eaLnBrk="1" latinLnBrk="0" hangingPunct="1">
      <a:defRPr sz="1200" kern="1200">
        <a:solidFill>
          <a:schemeClr val="tx1"/>
        </a:solidFill>
        <a:latin typeface="+mn-lt"/>
        <a:ea typeface="+mn-ea"/>
        <a:cs typeface="+mn-cs"/>
      </a:defRPr>
    </a:lvl1pPr>
    <a:lvl2pPr marL="457200" algn="l" defTabSz="914400" rtl="0" eaLnBrk="1" latinLnBrk="0" hangingPunct="1">
      <a:defRPr sz="1200" kern="1200">
        <a:solidFill>
          <a:schemeClr val="tx1"/>
        </a:solidFill>
        <a:latin typeface="+mn-lt"/>
        <a:ea typeface="+mn-ea"/>
        <a:cs typeface="+mn-cs"/>
      </a:defRPr>
    </a:lvl2pPr>
    <a:lvl3pPr marL="914400" algn="l" defTabSz="914400" rtl="0" eaLnBrk="1" latinLnBrk="0" hangingPunct="1">
      <a:defRPr sz="1200" kern="1200">
        <a:solidFill>
          <a:schemeClr val="tx1"/>
        </a:solidFill>
        <a:latin typeface="+mn-lt"/>
        <a:ea typeface="+mn-ea"/>
        <a:cs typeface="+mn-cs"/>
      </a:defRPr>
    </a:lvl3pPr>
    <a:lvl4pPr marL="1371600" algn="l" defTabSz="914400" rtl="0" eaLnBrk="1" latinLnBrk="0" hangingPunct="1">
      <a:defRPr sz="1200" kern="1200">
        <a:solidFill>
          <a:schemeClr val="tx1"/>
        </a:solidFill>
        <a:latin typeface="+mn-lt"/>
        <a:ea typeface="+mn-ea"/>
        <a:cs typeface="+mn-cs"/>
      </a:defRPr>
    </a:lvl4pPr>
    <a:lvl5pPr marL="1828800" algn="l" defTabSz="914400" rtl="0" eaLnBrk="1" latinLnBrk="0" hangingPunct="1">
      <a:defRPr sz="1200" kern="1200">
        <a:solidFill>
          <a:schemeClr val="tx1"/>
        </a:solidFill>
        <a:latin typeface="+mn-lt"/>
        <a:ea typeface="+mn-ea"/>
        <a:cs typeface="+mn-cs"/>
      </a:defRPr>
    </a:lvl5pPr>
    <a:lvl6pPr marL="2286000" algn="l" defTabSz="914400" rtl="0" eaLnBrk="1" latinLnBrk="0" hangingPunct="1">
      <a:defRPr sz="1200" kern="1200">
        <a:solidFill>
          <a:schemeClr val="tx1"/>
        </a:solidFill>
        <a:latin typeface="+mn-lt"/>
        <a:ea typeface="+mn-ea"/>
        <a:cs typeface="+mn-cs"/>
      </a:defRPr>
    </a:lvl6pPr>
    <a:lvl7pPr marL="2743200" algn="l" defTabSz="914400" rtl="0" eaLnBrk="1" latinLnBrk="0" hangingPunct="1">
      <a:defRPr sz="1200" kern="1200">
        <a:solidFill>
          <a:schemeClr val="tx1"/>
        </a:solidFill>
        <a:latin typeface="+mn-lt"/>
        <a:ea typeface="+mn-ea"/>
        <a:cs typeface="+mn-cs"/>
      </a:defRPr>
    </a:lvl7pPr>
    <a:lvl8pPr marL="3200400" algn="l" defTabSz="914400" rtl="0" eaLnBrk="1" latinLnBrk="0" hangingPunct="1">
      <a:defRPr sz="1200" kern="1200">
        <a:solidFill>
          <a:schemeClr val="tx1"/>
        </a:solidFill>
        <a:latin typeface="+mn-lt"/>
        <a:ea typeface="+mn-ea"/>
        <a:cs typeface="+mn-cs"/>
      </a:defRPr>
    </a:lvl8pPr>
    <a:lvl9pPr marL="3657600" algn="l" defTabSz="9144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Relationship Id="rId2" Type="http://schemas.openxmlformats.org/officeDocument/2006/relationships/slide" Target="../slides/slide1.xml"/><Relationship Id="rId1" Type="http://schemas.openxmlformats.org/officeDocument/2006/relationships/notesMaster" Target="../notesMasters/notesMaster1.xml"/></Relationships>
</file>

<file path=ppt/notesSlides/_rels/notesSlide2.xml.rels><?xml version="1.0" encoding="UTF-8" standalone="yes"?>
<Relationships xmlns="http://schemas.openxmlformats.org/package/2006/relationships"><Relationship Id="rId2" Type="http://schemas.openxmlformats.org/officeDocument/2006/relationships/slide" Target="../slides/slide2.xml"/><Relationship Id="rId1" Type="http://schemas.openxmlformats.org/officeDocument/2006/relationships/notesMaster" Target="../notesMasters/notesMaster1.xml"/></Relationships>
</file>

<file path=ppt/notesSlides/_rels/notesSlide3.xml.rels><?xml version="1.0" encoding="UTF-8" standalone="yes"?>
<Relationships xmlns="http://schemas.openxmlformats.org/package/2006/relationships"><Relationship Id="rId2" Type="http://schemas.openxmlformats.org/officeDocument/2006/relationships/slide" Target="../slides/slide3.xml"/><Relationship Id="rId1" Type="http://schemas.openxmlformats.org/officeDocument/2006/relationships/notesMaster" Target="../notesMasters/notesMaster1.xml"/></Relationships>
</file>

<file path=ppt/notesSlides/_rels/notesSlide4.xml.rels><?xml version="1.0" encoding="UTF-8" standalone="yes"?>
<Relationships xmlns="http://schemas.openxmlformats.org/package/2006/relationships"><Relationship Id="rId2" Type="http://schemas.openxmlformats.org/officeDocument/2006/relationships/slide" Target="../slides/slide4.xml"/><Relationship Id="rId1" Type="http://schemas.openxmlformats.org/officeDocument/2006/relationships/notesMaster" Target="../notesMasters/notesMaster1.xml"/></Relationships>
</file>

<file path=ppt/notesSlides/_rels/notesSlide5.xml.rels><?xml version="1.0" encoding="UTF-8" standalone="yes"?>
<Relationships xmlns="http://schemas.openxmlformats.org/package/2006/relationships"><Relationship Id="rId2" Type="http://schemas.openxmlformats.org/officeDocument/2006/relationships/slide" Target="../slides/slide5.xml"/><Relationship Id="rId1" Type="http://schemas.openxmlformats.org/officeDocument/2006/relationships/notesMaster" Target="../notesMasters/notesMaster1.xml"/></Relationships>
</file>

<file path=ppt/notesSlides/_rels/notesSlide6.xml.rels><?xml version="1.0" encoding="UTF-8" standalone="yes"?>
<Relationships xmlns="http://schemas.openxmlformats.org/package/2006/relationships"><Relationship Id="rId2" Type="http://schemas.openxmlformats.org/officeDocument/2006/relationships/slide" Target="../slides/slide6.xml"/><Relationship Id="rId1" Type="http://schemas.openxmlformats.org/officeDocument/2006/relationships/notesMaster" Target="../notesMasters/notesMaster1.xml"/></Relationships>
</file>

<file path=ppt/notesSlides/_rels/notesSlide7.xml.rels><?xml version="1.0" encoding="UTF-8" standalone="yes"?>
<Relationships xmlns="http://schemas.openxmlformats.org/package/2006/relationships"><Relationship Id="rId2" Type="http://schemas.openxmlformats.org/officeDocument/2006/relationships/slide" Target="../slides/slide7.xml"/><Relationship Id="rId1" Type="http://schemas.openxmlformats.org/officeDocument/2006/relationships/notesMaster" Target="../notesMasters/notesMaster1.xml"/></Relationships>
</file>

<file path=ppt/notesSlides/_rels/notesSlide8.xml.rels><?xml version="1.0" encoding="UTF-8" standalone="yes"?>
<Relationships xmlns="http://schemas.openxmlformats.org/package/2006/relationships"><Relationship Id="rId2" Type="http://schemas.openxmlformats.org/officeDocument/2006/relationships/slide" Target="../slides/slide8.xml"/><Relationship Id="rId1" Type="http://schemas.openxmlformats.org/officeDocument/2006/relationships/notesMaster" Target="../notesMasters/notesMaster1.xml"/></Relationships>
</file>

<file path=ppt/notesSlides/_rels/notesSlide9.xml.rels><?xml version="1.0" encoding="UTF-8" standalone="yes"?>
<Relationships xmlns="http://schemas.openxmlformats.org/package/2006/relationships"><Relationship Id="rId2" Type="http://schemas.openxmlformats.org/officeDocument/2006/relationships/slide" Target="../slides/slide9.xml"/><Relationship Id="rId1" Type="http://schemas.openxmlformats.org/officeDocument/2006/relationships/notesMaster" Target="../notesMasters/notesMaster1.xml"/></Relationships>
</file>

<file path=ppt/notesSlides/_rels/notesSlide10.xml.rels><?xml version="1.0" encoding="UTF-8" standalone="yes"?>
<Relationships xmlns="http://schemas.openxmlformats.org/package/2006/relationships"><Relationship Id="rId2" Type="http://schemas.openxmlformats.org/officeDocument/2006/relationships/slide" Target="../slides/slide10.xml"/><Relationship Id="rId1" Type="http://schemas.openxmlformats.org/officeDocument/2006/relationships/notesMaster" Target="../notesMasters/notesMaster1.xml"/></Relationships>
</file>

<file path=ppt/notesSlides/_rels/notesSlide11.xml.rels><?xml version="1.0" encoding="UTF-8" standalone="yes"?>
<Relationships xmlns="http://schemas.openxmlformats.org/package/2006/relationships"><Relationship Id="rId2" Type="http://schemas.openxmlformats.org/officeDocument/2006/relationships/slide" Target="../slides/slide11.xml"/><Relationship Id="rId1" Type="http://schemas.openxmlformats.org/officeDocument/2006/relationships/notesMaster" Target="../notesMasters/notesMaster1.xml"/></Relationships>
</file>

<file path=ppt/notesSlides/_rels/notesSlide12.xml.rels><?xml version="1.0" encoding="UTF-8" standalone="yes"?>
<Relationships xmlns="http://schemas.openxmlformats.org/package/2006/relationships"><Relationship Id="rId2" Type="http://schemas.openxmlformats.org/officeDocument/2006/relationships/slide" Target="../slides/slide12.xml"/><Relationship Id="rId1" Type="http://schemas.openxmlformats.org/officeDocument/2006/relationships/notesMaster" Target="../notesMasters/notesMaster1.xml"/></Relationships>
</file>

<file path=ppt/notesSlides/_rels/notesSlide13.xml.rels><?xml version="1.0" encoding="UTF-8" standalone="yes"?>
<Relationships xmlns="http://schemas.openxmlformats.org/package/2006/relationships"><Relationship Id="rId2" Type="http://schemas.openxmlformats.org/officeDocument/2006/relationships/slide" Target="../slides/slide13.xml"/><Relationship Id="rId1" Type="http://schemas.openxmlformats.org/officeDocument/2006/relationships/notesMaster" Target="../notesMasters/notesMaster1.xml"/></Relationships>
</file>

<file path=ppt/notesSlides/_rels/notesSlide14.xml.rels><?xml version="1.0" encoding="UTF-8" standalone="yes"?>
<Relationships xmlns="http://schemas.openxmlformats.org/package/2006/relationships"><Relationship Id="rId2" Type="http://schemas.openxmlformats.org/officeDocument/2006/relationships/slide" Target="../slides/slide14.xml"/><Relationship Id="rId1" Type="http://schemas.openxmlformats.org/officeDocument/2006/relationships/notesMaster" Target="../notesMasters/notesMaster1.xml"/></Relationships>
</file>

<file path=ppt/notesSlides/notesSlide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Folienbildplatzhalter 1"/>
          <p:cNvSpPr>
            <a:spLocks noGrp="1" noRot="1" noChangeAspect="1"/>
          </p:cNvSpPr>
          <p:nvPr>
            <p:ph type="sldImg"/>
          </p:nvPr>
        </p:nvSpPr>
        <p:spPr/>
      </p:sp>
      <p:sp>
        <p:nvSpPr>
          <p:cNvPr id="3" name="Notizenplatzhalter 2"/>
          <p:cNvSpPr>
            <a:spLocks noGrp="1"/>
          </p:cNvSpPr>
          <p:nvPr>
            <p:ph type="body" idx="1"/>
          </p:nvPr>
        </p:nvSpPr>
        <p:spPr/>
        <p:txBody>
          <a:bodyPr/>
          <a:lstStyle/>
          <a:p>
            <a:r>
              <a:rPr lang="en-US"/>
              <a:t>We are a group of four. Each of us evaluates one SLAM system of our own choice, but all on the same dataset and with the same metrics, so the results are directly comparable.</a:t>
            </a:r>
            <a:endParaRPr lang="de-DE"/>
          </a:p>
        </p:txBody>
      </p:sp>
      <p:sp>
        <p:nvSpPr>
          <p:cNvPr id="4" name="Foliennummernplatzhalter 3"/>
          <p:cNvSpPr>
            <a:spLocks noGrp="1"/>
          </p:cNvSpPr>
          <p:nvPr>
            <p:ph type="sldNum" sz="quarter" idx="5"/>
          </p:nvPr>
        </p:nvSpPr>
        <p:spPr/>
        <p:txBody>
          <a:bodyPr/>
          <a:lstStyle/>
          <a:p>
            <a:fld id="{2FFE4289-A74F-4222-9B90-D9BDCFD3E13B}" type="slidenum">
              <a:rPr lang="en-US" smtClean="0"/>
              <a:t>1</a:t>
            </a:fld>
            <a:endParaRPr lang="en-US"/>
          </a:p>
        </p:txBody>
      </p:sp>
    </p:spTree>
    <p:extLst>
      <p:ext uri="{BB962C8B-B14F-4D97-AF65-F5344CB8AC3E}">
        <p14:creationId xmlns:p14="http://schemas.microsoft.com/office/powerpoint/2010/main" val="2205058539"/>
      </p:ext>
    </p:extLst>
  </p:cSld>
  <p:clrMapOvr>
    <a:masterClrMapping/>
  </p:clrMapOvr>
</p:notes>
</file>

<file path=ppt/notesSlides/notesSlide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Folienbildplatzhalter 1"/>
          <p:cNvSpPr>
            <a:spLocks noGrp="1" noRot="1" noChangeAspect="1"/>
          </p:cNvSpPr>
          <p:nvPr>
            <p:ph type="sldImg"/>
          </p:nvPr>
        </p:nvSpPr>
        <p:spPr/>
      </p:sp>
      <p:sp>
        <p:nvSpPr>
          <p:cNvPr id="3" name="Notizenplatzhalter 2"/>
          <p:cNvSpPr>
            <a:spLocks noGrp="1"/>
          </p:cNvSpPr>
          <p:nvPr>
            <p:ph type="body" idx="1"/>
          </p:nvPr>
        </p:nvSpPr>
        <p:spPr/>
        <p:txBody>
          <a:bodyPr/>
          <a:lstStyle/>
          <a:p>
            <a:r>
              <a:rPr lang="en-US"/>
              <a:t>SLAM = Simultaneous Localization and Mapping. The robot does not know where it is and has no map. It has to estimate both at the same time from its sensors. Chicken-and-egg problem: to localize you need a map, to build a map you need your position. Small errors add up over time, that is drift. When the robot recognises a place it has seen before (loop closure), the whole trajectory can be corrected. Modern SLAM is formulated as a graph optimisation problem (Cadena et al. 2016).</a:t>
            </a:r>
            <a:endParaRPr lang="de-DE"/>
          </a:p>
        </p:txBody>
      </p:sp>
      <p:sp>
        <p:nvSpPr>
          <p:cNvPr id="4" name="Foliennummernplatzhalter 3"/>
          <p:cNvSpPr>
            <a:spLocks noGrp="1"/>
          </p:cNvSpPr>
          <p:nvPr>
            <p:ph type="sldNum" sz="quarter" idx="5"/>
          </p:nvPr>
        </p:nvSpPr>
        <p:spPr/>
        <p:txBody>
          <a:bodyPr/>
          <a:lstStyle/>
          <a:p>
            <a:fld id="{2FFE4289-A74F-4222-9B90-D9BDCFD3E13B}" type="slidenum">
              <a:rPr lang="en-US" smtClean="0"/>
              <a:t>2</a:t>
            </a:fld>
            <a:endParaRPr lang="en-US"/>
          </a:p>
        </p:txBody>
      </p:sp>
    </p:spTree>
    <p:extLst>
      <p:ext uri="{BB962C8B-B14F-4D97-AF65-F5344CB8AC3E}">
        <p14:creationId xmlns:p14="http://schemas.microsoft.com/office/powerpoint/2010/main" val="2192801342"/>
      </p:ext>
    </p:extLst>
  </p:cSld>
  <p:clrMapOvr>
    <a:masterClrMapping/>
  </p:clrMapOvr>
</p:notes>
</file>

<file path=ppt/notesSlides/notesSlide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Folienbildplatzhalter 1"/>
          <p:cNvSpPr>
            <a:spLocks noGrp="1" noRot="1" noChangeAspect="1"/>
          </p:cNvSpPr>
          <p:nvPr>
            <p:ph type="sldImg"/>
          </p:nvPr>
        </p:nvSpPr>
        <p:spPr/>
      </p:sp>
      <p:sp>
        <p:nvSpPr>
          <p:cNvPr id="3" name="Notizenplatzhalter 2"/>
          <p:cNvSpPr>
            <a:spLocks noGrp="1"/>
          </p:cNvSpPr>
          <p:nvPr>
            <p:ph type="body" idx="1"/>
          </p:nvPr>
        </p:nvSpPr>
        <p:spPr/>
        <p:txBody>
          <a:bodyPr/>
          <a:lstStyle/>
          <a:p>
            <a:r>
              <a:rPr lang="en-US"/>
              <a:t>The course asks us to evaluate several SLAM implementations and compare trajectories and maps with current scientific methods. Our design decision: everything that influences the comparison is fixed for everyone (data, metrics, evaluation code). Only the SLAM system itself differs. That way, differences in the results can be attributed to the systems and their sensors, not to different data or evaluation.</a:t>
            </a:r>
            <a:endParaRPr lang="de-DE"/>
          </a:p>
        </p:txBody>
      </p:sp>
      <p:sp>
        <p:nvSpPr>
          <p:cNvPr id="4" name="Foliennummernplatzhalter 3"/>
          <p:cNvSpPr>
            <a:spLocks noGrp="1"/>
          </p:cNvSpPr>
          <p:nvPr>
            <p:ph type="sldNum" sz="quarter" idx="5"/>
          </p:nvPr>
        </p:nvSpPr>
        <p:spPr/>
        <p:txBody>
          <a:bodyPr/>
          <a:lstStyle/>
          <a:p>
            <a:fld id="{2FFE4289-A74F-4222-9B90-D9BDCFD3E13B}" type="slidenum">
              <a:rPr lang="en-US" smtClean="0"/>
              <a:t>3</a:t>
            </a:fld>
            <a:endParaRPr lang="en-US"/>
          </a:p>
        </p:txBody>
      </p:sp>
    </p:spTree>
    <p:extLst>
      <p:ext uri="{BB962C8B-B14F-4D97-AF65-F5344CB8AC3E}">
        <p14:creationId xmlns:p14="http://schemas.microsoft.com/office/powerpoint/2010/main" val="622757992"/>
      </p:ext>
    </p:extLst>
  </p:cSld>
  <p:clrMapOvr>
    <a:masterClrMapping/>
  </p:clrMapOvr>
</p:notes>
</file>

<file path=ppt/notesSlides/notesSlide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Folienbildplatzhalter 1"/>
          <p:cNvSpPr>
            <a:spLocks noGrp="1" noRot="1" noChangeAspect="1"/>
          </p:cNvSpPr>
          <p:nvPr>
            <p:ph type="sldImg"/>
          </p:nvPr>
        </p:nvSpPr>
        <p:spPr/>
      </p:sp>
      <p:sp>
        <p:nvSpPr>
          <p:cNvPr id="3" name="Notizenplatzhalter 2"/>
          <p:cNvSpPr>
            <a:spLocks noGrp="1"/>
          </p:cNvSpPr>
          <p:nvPr>
            <p:ph type="body" idx="1"/>
          </p:nvPr>
        </p:nvSpPr>
        <p:spPr/>
        <p:txBody>
          <a:bodyPr/>
          <a:lstStyle/>
          <a:p>
            <a:r>
              <a:rPr lang="en-US"/>
              <a:t>M3DGR was published at IROS 2025 by Shanghai Jiao Tong University. It is a wheeled ground robot with almost every sensor you could want: two Livox 3D LiDARs, a RealSense D435i RGB-D camera with IMU, wheel odometry, a 360-degree camera and GNSS/RTK. That is why every member can pick a SLAM system with a different sensor setup, on exactly the same recordings. The bags are small, about 2 GB per indoor sequence, MIT licensed. The paper also benchmarks about 40 SLAM systems, so we can sanity-check our numbers.</a:t>
            </a:r>
            <a:endParaRPr lang="de-DE"/>
          </a:p>
        </p:txBody>
      </p:sp>
      <p:sp>
        <p:nvSpPr>
          <p:cNvPr id="4" name="Foliennummernplatzhalter 3"/>
          <p:cNvSpPr>
            <a:spLocks noGrp="1"/>
          </p:cNvSpPr>
          <p:nvPr>
            <p:ph type="sldNum" sz="quarter" idx="5"/>
          </p:nvPr>
        </p:nvSpPr>
        <p:spPr/>
        <p:txBody>
          <a:bodyPr/>
          <a:lstStyle/>
          <a:p>
            <a:fld id="{2FFE4289-A74F-4222-9B90-D9BDCFD3E13B}" type="slidenum">
              <a:rPr lang="en-US" smtClean="0"/>
              <a:t>4</a:t>
            </a:fld>
            <a:endParaRPr lang="en-US"/>
          </a:p>
        </p:txBody>
      </p:sp>
    </p:spTree>
    <p:extLst>
      <p:ext uri="{BB962C8B-B14F-4D97-AF65-F5344CB8AC3E}">
        <p14:creationId xmlns:p14="http://schemas.microsoft.com/office/powerpoint/2010/main" val="1398453692"/>
      </p:ext>
    </p:extLst>
  </p:cSld>
  <p:clrMapOvr>
    <a:masterClrMapping/>
  </p:clrMapOvr>
</p:notes>
</file>

<file path=ppt/notesSlides/notesSlide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Folienbildplatzhalter 1"/>
          <p:cNvSpPr>
            <a:spLocks noGrp="1" noRot="1" noChangeAspect="1"/>
          </p:cNvSpPr>
          <p:nvPr>
            <p:ph type="sldImg"/>
          </p:nvPr>
        </p:nvSpPr>
        <p:spPr/>
      </p:sp>
      <p:sp>
        <p:nvSpPr>
          <p:cNvPr id="3" name="Notizenplatzhalter 2"/>
          <p:cNvSpPr>
            <a:spLocks noGrp="1"/>
          </p:cNvSpPr>
          <p:nvPr>
            <p:ph type="body" idx="1"/>
          </p:nvPr>
        </p:nvSpPr>
        <p:spPr/>
        <p:txBody>
          <a:bodyPr/>
          <a:lstStyle/>
          <a:p>
            <a:r>
              <a:rPr lang="en-US"/>
              <a:t>We use three short indoor sequences, each about 2.5 minutes. Easy, medium, hard. The hard one is dark: cameras should struggle, LiDAR should not. Ground truth comes from an OptiTrack motion-capture system: about 1 mm accuracy at 360 Hz, with full position and orientation. That is 10 to 100 times more accurate than the SLAM errors we expect, which are in the centimetre range. Outdoor ground truth would be RTK-GNSS: about 1 cm, position only, and it degrades near buildings. That is why we chose indoor sequences. Motion capture uses infrared markers, so it also works in the dark sequence.</a:t>
            </a:r>
            <a:endParaRPr lang="de-DE"/>
          </a:p>
        </p:txBody>
      </p:sp>
      <p:sp>
        <p:nvSpPr>
          <p:cNvPr id="4" name="Foliennummernplatzhalter 3"/>
          <p:cNvSpPr>
            <a:spLocks noGrp="1"/>
          </p:cNvSpPr>
          <p:nvPr>
            <p:ph type="sldNum" sz="quarter" idx="5"/>
          </p:nvPr>
        </p:nvSpPr>
        <p:spPr/>
        <p:txBody>
          <a:bodyPr/>
          <a:lstStyle/>
          <a:p>
            <a:fld id="{2FFE4289-A74F-4222-9B90-D9BDCFD3E13B}" type="slidenum">
              <a:rPr lang="en-US" smtClean="0"/>
              <a:t>5</a:t>
            </a:fld>
            <a:endParaRPr lang="en-US"/>
          </a:p>
        </p:txBody>
      </p:sp>
    </p:spTree>
    <p:extLst>
      <p:ext uri="{BB962C8B-B14F-4D97-AF65-F5344CB8AC3E}">
        <p14:creationId xmlns:p14="http://schemas.microsoft.com/office/powerpoint/2010/main" val="2600942639"/>
      </p:ext>
    </p:extLst>
  </p:cSld>
  <p:clrMapOvr>
    <a:masterClrMapping/>
  </p:clrMapOvr>
</p:notes>
</file>

<file path=ppt/notesSlides/notesSlide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Folienbildplatzhalter 1"/>
          <p:cNvSpPr>
            <a:spLocks noGrp="1" noRot="1" noChangeAspect="1"/>
          </p:cNvSpPr>
          <p:nvPr>
            <p:ph type="sldImg"/>
          </p:nvPr>
        </p:nvSpPr>
        <p:spPr/>
      </p:sp>
      <p:sp>
        <p:nvSpPr>
          <p:cNvPr id="3" name="Notizenplatzhalter 2"/>
          <p:cNvSpPr>
            <a:spLocks noGrp="1"/>
          </p:cNvSpPr>
          <p:nvPr>
            <p:ph type="body" idx="1"/>
          </p:nvPr>
        </p:nvSpPr>
        <p:spPr/>
        <p:txBody>
          <a:bodyPr/>
          <a:lstStyle/>
          <a:p>
            <a:r>
              <a:rPr lang="en-US"/>
              <a:t>Each member chose their own system. Fill in the table with your system. The idea is a modality ladder: from the cheapest sensor, a single camera, up to multi-sensor fusion. Fairness rule: everyone uses the default parameters from the original authors. Only calibration and topic names are adapted, and every change is documented.</a:t>
            </a:r>
            <a:endParaRPr lang="de-DE"/>
          </a:p>
        </p:txBody>
      </p:sp>
      <p:sp>
        <p:nvSpPr>
          <p:cNvPr id="4" name="Foliennummernplatzhalter 3"/>
          <p:cNvSpPr>
            <a:spLocks noGrp="1"/>
          </p:cNvSpPr>
          <p:nvPr>
            <p:ph type="sldNum" sz="quarter" idx="5"/>
          </p:nvPr>
        </p:nvSpPr>
        <p:spPr/>
        <p:txBody>
          <a:bodyPr/>
          <a:lstStyle/>
          <a:p>
            <a:fld id="{2FFE4289-A74F-4222-9B90-D9BDCFD3E13B}" type="slidenum">
              <a:rPr lang="en-US" smtClean="0"/>
              <a:t>6</a:t>
            </a:fld>
            <a:endParaRPr lang="en-US"/>
          </a:p>
        </p:txBody>
      </p:sp>
    </p:spTree>
    <p:extLst>
      <p:ext uri="{BB962C8B-B14F-4D97-AF65-F5344CB8AC3E}">
        <p14:creationId xmlns:p14="http://schemas.microsoft.com/office/powerpoint/2010/main" val="221772939"/>
      </p:ext>
    </p:extLst>
  </p:cSld>
  <p:clrMapOvr>
    <a:masterClrMapping/>
  </p:clrMapOvr>
</p:notes>
</file>

<file path=ppt/notesSlides/notesSlide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Folienbildplatzhalter 1"/>
          <p:cNvSpPr>
            <a:spLocks noGrp="1" noRot="1" noChangeAspect="1"/>
          </p:cNvSpPr>
          <p:nvPr>
            <p:ph type="sldImg"/>
          </p:nvPr>
        </p:nvSpPr>
        <p:spPr/>
      </p:sp>
      <p:sp>
        <p:nvSpPr>
          <p:cNvPr id="3" name="Notizenplatzhalter 2"/>
          <p:cNvSpPr>
            <a:spLocks noGrp="1"/>
          </p:cNvSpPr>
          <p:nvPr>
            <p:ph type="body" idx="1"/>
          </p:nvPr>
        </p:nvSpPr>
        <p:spPr/>
        <p:txBody>
          <a:bodyPr/>
          <a:lstStyle/>
          <a:p>
            <a:r>
              <a:rPr lang="en-US"/>
              <a:t>My system is MASt3R-SLAM from Imperial College, CVPR 2025. It uses only a single RGB camera, it does not even need a calibrated camera model. The core is MASt3R, a learned 3D foundation model: given two images it predicts a dense 3D point map for each pixel. On top of that the system does tracking, local fusion, loop closure and a global optimisation, and runs at about 15 frames per second on a GPU. Key limitation for our comparison: a single camera cannot observe metric scale, so the trajectory has an unknown scale factor. We handle that with Sim(3) alignment, explained on the next slides. I run it on an RTX 3080 Ti and on a GPU cluster.</a:t>
            </a:r>
            <a:endParaRPr lang="de-DE"/>
          </a:p>
        </p:txBody>
      </p:sp>
      <p:sp>
        <p:nvSpPr>
          <p:cNvPr id="4" name="Foliennummernplatzhalter 3"/>
          <p:cNvSpPr>
            <a:spLocks noGrp="1"/>
          </p:cNvSpPr>
          <p:nvPr>
            <p:ph type="sldNum" sz="quarter" idx="5"/>
          </p:nvPr>
        </p:nvSpPr>
        <p:spPr/>
        <p:txBody>
          <a:bodyPr/>
          <a:lstStyle/>
          <a:p>
            <a:fld id="{2FFE4289-A74F-4222-9B90-D9BDCFD3E13B}" type="slidenum">
              <a:rPr lang="en-US" smtClean="0"/>
              <a:t>7</a:t>
            </a:fld>
            <a:endParaRPr lang="en-US"/>
          </a:p>
        </p:txBody>
      </p:sp>
    </p:spTree>
    <p:extLst>
      <p:ext uri="{BB962C8B-B14F-4D97-AF65-F5344CB8AC3E}">
        <p14:creationId xmlns:p14="http://schemas.microsoft.com/office/powerpoint/2010/main" val="1599728571"/>
      </p:ext>
    </p:extLst>
  </p:cSld>
  <p:clrMapOvr>
    <a:masterClrMapping/>
  </p:clrMapOvr>
</p:notes>
</file>

<file path=ppt/notesSlides/notesSlide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Folienbildplatzhalter 1"/>
          <p:cNvSpPr>
            <a:spLocks noGrp="1" noRot="1" noChangeAspect="1"/>
          </p:cNvSpPr>
          <p:nvPr>
            <p:ph type="sldImg"/>
          </p:nvPr>
        </p:nvSpPr>
        <p:spPr/>
      </p:sp>
      <p:sp>
        <p:nvSpPr>
          <p:cNvPr id="3" name="Notizenplatzhalter 2"/>
          <p:cNvSpPr>
            <a:spLocks noGrp="1"/>
          </p:cNvSpPr>
          <p:nvPr>
            <p:ph type="body" idx="1"/>
          </p:nvPr>
        </p:nvSpPr>
        <p:spPr/>
        <p:txBody>
          <a:bodyPr/>
          <a:lstStyle/>
          <a:p>
            <a:r>
              <a:rPr lang="en-US"/>
              <a:t>ATE answers: how far is the estimated trajectory from the true one, overall? Steps: first align the estimated trajectory to the ground truth, because SLAM starts in its own coordinate frame. Then, for every time step, take the distance between estimated and true position, the orange lines. Report the root mean square of these distances in metres. Low ATE means globally consistent. It was defined by Sturm et al. 2012 for the TUM RGB-D benchmark and is the most widely used SLAM metric. Weakness: one early error shifts everything after it, so ATE over-weights early mistakes. That is why we also report RPE.</a:t>
            </a:r>
            <a:endParaRPr lang="de-DE"/>
          </a:p>
        </p:txBody>
      </p:sp>
      <p:sp>
        <p:nvSpPr>
          <p:cNvPr id="4" name="Foliennummernplatzhalter 3"/>
          <p:cNvSpPr>
            <a:spLocks noGrp="1"/>
          </p:cNvSpPr>
          <p:nvPr>
            <p:ph type="sldNum" sz="quarter" idx="5"/>
          </p:nvPr>
        </p:nvSpPr>
        <p:spPr/>
        <p:txBody>
          <a:bodyPr/>
          <a:lstStyle/>
          <a:p>
            <a:fld id="{2FFE4289-A74F-4222-9B90-D9BDCFD3E13B}" type="slidenum">
              <a:rPr lang="en-US" smtClean="0"/>
              <a:t>8</a:t>
            </a:fld>
            <a:endParaRPr lang="en-US"/>
          </a:p>
        </p:txBody>
      </p:sp>
    </p:spTree>
    <p:extLst>
      <p:ext uri="{BB962C8B-B14F-4D97-AF65-F5344CB8AC3E}">
        <p14:creationId xmlns:p14="http://schemas.microsoft.com/office/powerpoint/2010/main" val="2199541085"/>
      </p:ext>
    </p:extLst>
  </p:cSld>
  <p:clrMapOvr>
    <a:masterClrMapping/>
  </p:clrMapOvr>
</p:notes>
</file>

<file path=ppt/notesSlides/notesSlide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Folienbildplatzhalter 1"/>
          <p:cNvSpPr>
            <a:spLocks noGrp="1" noRot="1" noChangeAspect="1"/>
          </p:cNvSpPr>
          <p:nvPr>
            <p:ph type="sldImg"/>
          </p:nvPr>
        </p:nvSpPr>
        <p:spPr/>
      </p:sp>
      <p:sp>
        <p:nvSpPr>
          <p:cNvPr id="3" name="Notizenplatzhalter 2"/>
          <p:cNvSpPr>
            <a:spLocks noGrp="1"/>
          </p:cNvSpPr>
          <p:nvPr>
            <p:ph type="body" idx="1"/>
          </p:nvPr>
        </p:nvSpPr>
        <p:spPr/>
        <p:txBody>
          <a:bodyPr/>
          <a:lstStyle/>
          <a:p>
            <a:r>
              <a:rPr lang="en-US"/>
              <a:t>RPE answers: how accurate is the local motion, i.e. how much drift per metre? Instead of comparing absolute positions, RPE compares relative motions: how did the robot move over one metre according to SLAM, versus according to ground truth. In the figure the estimate drifts away, so the absolute error at the end is big, but over each single metre the motion is still almost right, so RPE stays small. We report RPE in metres for translation and degrees for rotation, per one metre travelled. Kuemmerle et al. 2009 argue that relative metrics are fairer because a single early error does not dominate.</a:t>
            </a:r>
            <a:endParaRPr lang="de-DE"/>
          </a:p>
        </p:txBody>
      </p:sp>
      <p:sp>
        <p:nvSpPr>
          <p:cNvPr id="4" name="Foliennummernplatzhalter 3"/>
          <p:cNvSpPr>
            <a:spLocks noGrp="1"/>
          </p:cNvSpPr>
          <p:nvPr>
            <p:ph type="sldNum" sz="quarter" idx="5"/>
          </p:nvPr>
        </p:nvSpPr>
        <p:spPr/>
        <p:txBody>
          <a:bodyPr/>
          <a:lstStyle/>
          <a:p>
            <a:fld id="{2FFE4289-A74F-4222-9B90-D9BDCFD3E13B}" type="slidenum">
              <a:rPr lang="en-US" smtClean="0"/>
              <a:t>9</a:t>
            </a:fld>
            <a:endParaRPr lang="en-US"/>
          </a:p>
        </p:txBody>
      </p:sp>
    </p:spTree>
    <p:extLst>
      <p:ext uri="{BB962C8B-B14F-4D97-AF65-F5344CB8AC3E}">
        <p14:creationId xmlns:p14="http://schemas.microsoft.com/office/powerpoint/2010/main" val="2268294281"/>
      </p:ext>
    </p:extLst>
  </p:cSld>
  <p:clrMapOvr>
    <a:masterClrMapping/>
  </p:clrMapOvr>
</p:notes>
</file>

<file path=ppt/notesSlides/notesSlide1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Folienbildplatzhalter 1"/>
          <p:cNvSpPr>
            <a:spLocks noGrp="1" noRot="1" noChangeAspect="1"/>
          </p:cNvSpPr>
          <p:nvPr>
            <p:ph type="sldImg"/>
          </p:nvPr>
        </p:nvSpPr>
        <p:spPr/>
      </p:sp>
      <p:sp>
        <p:nvSpPr>
          <p:cNvPr id="3" name="Notizenplatzhalter 2"/>
          <p:cNvSpPr>
            <a:spLocks noGrp="1"/>
          </p:cNvSpPr>
          <p:nvPr>
            <p:ph type="body" idx="1"/>
          </p:nvPr>
        </p:nvSpPr>
        <p:spPr/>
        <p:txBody>
          <a:bodyPr/>
          <a:lstStyle/>
          <a:p>
            <a:r>
              <a:rPr lang="en-US"/>
              <a:t>Every SLAM system starts in its own coordinate frame, so before comparing we must align it to the ground truth with the Umeyama method. For metric sensors, LiDAR and RGB-D, we only allow rotation and translation, that is SE(3). A monocular camera like mine cannot know the true size of the world, so we additionally allow one scale factor, Sim(3). This follows Zhang and Scaramuzza 2018. We report the scale factor, and as a fairness check we evaluate every system with Sim(3) too. Robustness: SLAM sometimes loses tracking or crashes. We never drop such runs. We report how many of the N runs succeeded and what fraction of the trajectory was tracked, like the ORB-SLAM3 paper does.</a:t>
            </a:r>
            <a:endParaRPr lang="de-DE"/>
          </a:p>
        </p:txBody>
      </p:sp>
      <p:sp>
        <p:nvSpPr>
          <p:cNvPr id="4" name="Foliennummernplatzhalter 3"/>
          <p:cNvSpPr>
            <a:spLocks noGrp="1"/>
          </p:cNvSpPr>
          <p:nvPr>
            <p:ph type="sldNum" sz="quarter" idx="5"/>
          </p:nvPr>
        </p:nvSpPr>
        <p:spPr/>
        <p:txBody>
          <a:bodyPr/>
          <a:lstStyle/>
          <a:p>
            <a:fld id="{2FFE4289-A74F-4222-9B90-D9BDCFD3E13B}" type="slidenum">
              <a:rPr lang="en-US" smtClean="0"/>
              <a:t>10</a:t>
            </a:fld>
            <a:endParaRPr lang="en-US"/>
          </a:p>
        </p:txBody>
      </p:sp>
    </p:spTree>
    <p:extLst>
      <p:ext uri="{BB962C8B-B14F-4D97-AF65-F5344CB8AC3E}">
        <p14:creationId xmlns:p14="http://schemas.microsoft.com/office/powerpoint/2010/main" val="2982133090"/>
      </p:ext>
    </p:extLst>
  </p:cSld>
  <p:clrMapOvr>
    <a:masterClrMapping/>
  </p:clrMapOvr>
</p:notes>
</file>

<file path=ppt/notesSlides/notesSlide1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Folienbildplatzhalter 1"/>
          <p:cNvSpPr>
            <a:spLocks noGrp="1" noRot="1" noChangeAspect="1"/>
          </p:cNvSpPr>
          <p:nvPr>
            <p:ph type="sldImg"/>
          </p:nvPr>
        </p:nvSpPr>
        <p:spPr/>
      </p:sp>
      <p:sp>
        <p:nvSpPr>
          <p:cNvPr id="3" name="Notizenplatzhalter 2"/>
          <p:cNvSpPr>
            <a:spLocks noGrp="1"/>
          </p:cNvSpPr>
          <p:nvPr>
            <p:ph type="body" idx="1"/>
          </p:nvPr>
        </p:nvSpPr>
        <p:spPr/>
        <p:txBody>
          <a:bodyPr/>
          <a:lstStyle/>
          <a:p>
            <a:r>
              <a:rPr lang="en-US"/>
              <a:t>These are example outputs of evo, the standard open-source tool we use for the metrics. Not our results, just to show the type of figure. Left: the trajectory coloured by its absolute error, so you see where the system was good or bad. Right: the absolute error over time for two systems on the same sequence. In our paper we will show an overlay of all four systems on the same ground truth, box plots over the repeated runs, and a results table.</a:t>
            </a:r>
            <a:endParaRPr lang="de-DE"/>
          </a:p>
        </p:txBody>
      </p:sp>
      <p:sp>
        <p:nvSpPr>
          <p:cNvPr id="4" name="Foliennummernplatzhalter 3"/>
          <p:cNvSpPr>
            <a:spLocks noGrp="1"/>
          </p:cNvSpPr>
          <p:nvPr>
            <p:ph type="sldNum" sz="quarter" idx="5"/>
          </p:nvPr>
        </p:nvSpPr>
        <p:spPr/>
        <p:txBody>
          <a:bodyPr/>
          <a:lstStyle/>
          <a:p>
            <a:fld id="{2FFE4289-A74F-4222-9B90-D9BDCFD3E13B}" type="slidenum">
              <a:rPr lang="en-US" smtClean="0"/>
              <a:t>11</a:t>
            </a:fld>
            <a:endParaRPr lang="en-US"/>
          </a:p>
        </p:txBody>
      </p:sp>
    </p:spTree>
    <p:extLst>
      <p:ext uri="{BB962C8B-B14F-4D97-AF65-F5344CB8AC3E}">
        <p14:creationId xmlns:p14="http://schemas.microsoft.com/office/powerpoint/2010/main" val="1226171708"/>
      </p:ext>
    </p:extLst>
  </p:cSld>
  <p:clrMapOvr>
    <a:masterClrMapping/>
  </p:clrMapOvr>
</p:notes>
</file>

<file path=ppt/notesSlides/notesSlide1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Folienbildplatzhalter 1"/>
          <p:cNvSpPr>
            <a:spLocks noGrp="1" noRot="1" noChangeAspect="1"/>
          </p:cNvSpPr>
          <p:nvPr>
            <p:ph type="sldImg"/>
          </p:nvPr>
        </p:nvSpPr>
        <p:spPr/>
      </p:sp>
      <p:sp>
        <p:nvSpPr>
          <p:cNvPr id="3" name="Notizenplatzhalter 2"/>
          <p:cNvSpPr>
            <a:spLocks noGrp="1"/>
          </p:cNvSpPr>
          <p:nvPr>
            <p:ph type="body" idx="1"/>
          </p:nvPr>
        </p:nvSpPr>
        <p:spPr/>
        <p:txBody>
          <a:bodyPr/>
          <a:lstStyle/>
          <a:p>
            <a:r>
              <a:rPr lang="en-US"/>
              <a:t>SLAM is not deterministic: multithreading and GPU scheduling change the result slightly every run. So one run is not enough. We do five runs per system and sequence and report the median and the interquartile range. We process offline, every frame, so a slower laptop does not lose frames and get a worse score. Resources like CPU, RAM, GPU memory and runtime are reported, but always together with the hardware, and we do not rank by them, because the systems run on different machines. Everything is versioned, so every number can be reproduced.</a:t>
            </a:r>
            <a:endParaRPr lang="de-DE"/>
          </a:p>
        </p:txBody>
      </p:sp>
      <p:sp>
        <p:nvSpPr>
          <p:cNvPr id="4" name="Foliennummernplatzhalter 3"/>
          <p:cNvSpPr>
            <a:spLocks noGrp="1"/>
          </p:cNvSpPr>
          <p:nvPr>
            <p:ph type="sldNum" sz="quarter" idx="5"/>
          </p:nvPr>
        </p:nvSpPr>
        <p:spPr/>
        <p:txBody>
          <a:bodyPr/>
          <a:lstStyle/>
          <a:p>
            <a:fld id="{2FFE4289-A74F-4222-9B90-D9BDCFD3E13B}" type="slidenum">
              <a:rPr lang="en-US" smtClean="0"/>
              <a:t>12</a:t>
            </a:fld>
            <a:endParaRPr lang="en-US"/>
          </a:p>
        </p:txBody>
      </p:sp>
    </p:spTree>
    <p:extLst>
      <p:ext uri="{BB962C8B-B14F-4D97-AF65-F5344CB8AC3E}">
        <p14:creationId xmlns:p14="http://schemas.microsoft.com/office/powerpoint/2010/main" val="628525826"/>
      </p:ext>
    </p:extLst>
  </p:cSld>
  <p:clrMapOvr>
    <a:masterClrMapping/>
  </p:clrMapOvr>
</p:notes>
</file>

<file path=ppt/notesSlides/notesSlide1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Folienbildplatzhalter 1"/>
          <p:cNvSpPr>
            <a:spLocks noGrp="1" noRot="1" noChangeAspect="1"/>
          </p:cNvSpPr>
          <p:nvPr>
            <p:ph type="sldImg"/>
          </p:nvPr>
        </p:nvSpPr>
        <p:spPr/>
      </p:sp>
      <p:sp>
        <p:nvSpPr>
          <p:cNvPr id="3" name="Notizenplatzhalter 2"/>
          <p:cNvSpPr>
            <a:spLocks noGrp="1"/>
          </p:cNvSpPr>
          <p:nvPr>
            <p:ph type="body" idx="1"/>
          </p:nvPr>
        </p:nvSpPr>
        <p:spPr/>
        <p:txBody>
          <a:bodyPr/>
          <a:lstStyle/>
          <a:p>
            <a:r>
              <a:rPr lang="en-US"/>
              <a:t>This is how the code is organised. The shared data is prepared once. Each member writes one small runner for their system; it can run anywhere: pip package, Docker, ROS, CPU or GPU. Every runner must write the same files: trajectory in TUM format, map, resource log and metadata. Then one central evaluation script computes all metrics with evo, and Jupyter notebooks create the paper figures and tables. Because the evaluation code is shared, it is guaranteed to be identical for all systems.</a:t>
            </a:r>
            <a:endParaRPr lang="de-DE"/>
          </a:p>
        </p:txBody>
      </p:sp>
      <p:sp>
        <p:nvSpPr>
          <p:cNvPr id="4" name="Foliennummernplatzhalter 3"/>
          <p:cNvSpPr>
            <a:spLocks noGrp="1"/>
          </p:cNvSpPr>
          <p:nvPr>
            <p:ph type="sldNum" sz="quarter" idx="5"/>
          </p:nvPr>
        </p:nvSpPr>
        <p:spPr/>
        <p:txBody>
          <a:bodyPr/>
          <a:lstStyle/>
          <a:p>
            <a:fld id="{2FFE4289-A74F-4222-9B90-D9BDCFD3E13B}" type="slidenum">
              <a:rPr lang="en-US" smtClean="0"/>
              <a:t>13</a:t>
            </a:fld>
            <a:endParaRPr lang="en-US"/>
          </a:p>
        </p:txBody>
      </p:sp>
    </p:spTree>
    <p:extLst>
      <p:ext uri="{BB962C8B-B14F-4D97-AF65-F5344CB8AC3E}">
        <p14:creationId xmlns:p14="http://schemas.microsoft.com/office/powerpoint/2010/main" val="1106574995"/>
      </p:ext>
    </p:extLst>
  </p:cSld>
  <p:clrMapOvr>
    <a:masterClrMapping/>
  </p:clrMapOvr>
</p:notes>
</file>

<file path=ppt/notesSlides/notesSlide1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Folienbildplatzhalter 1"/>
          <p:cNvSpPr>
            <a:spLocks noGrp="1" noRot="1" noChangeAspect="1"/>
          </p:cNvSpPr>
          <p:nvPr>
            <p:ph type="sldImg"/>
          </p:nvPr>
        </p:nvSpPr>
        <p:spPr/>
      </p:sp>
      <p:sp>
        <p:nvSpPr>
          <p:cNvPr id="3" name="Notizenplatzhalter 2"/>
          <p:cNvSpPr>
            <a:spLocks noGrp="1"/>
          </p:cNvSpPr>
          <p:nvPr>
            <p:ph type="body" idx="1"/>
          </p:nvPr>
        </p:nvSpPr>
        <p:spPr/>
        <p:txBody>
          <a:bodyPr/>
          <a:lstStyle/>
          <a:p>
            <a:r>
              <a:rPr lang="en-US"/>
              <a:t>Before we have results, theory already tells us what to look for, and this is what the discussion in the paper will be about. Cameras need light and texture, so the dark sequence should hurt visual systems, and a single camera cannot observe scale. LiDAR needs geometry, so long featureless corridors are hard. Wheel odometry assumes no slip. Systems without loop closure accumulate drift. Limitations of our study: sensors are only software-synchronised and the cameras have rolling shutter, we use default parameters only, five runs is a small number, and the systems run on different hardware.</a:t>
            </a:r>
            <a:endParaRPr lang="de-DE"/>
          </a:p>
        </p:txBody>
      </p:sp>
      <p:sp>
        <p:nvSpPr>
          <p:cNvPr id="4" name="Foliennummernplatzhalter 3"/>
          <p:cNvSpPr>
            <a:spLocks noGrp="1"/>
          </p:cNvSpPr>
          <p:nvPr>
            <p:ph type="sldNum" sz="quarter" idx="5"/>
          </p:nvPr>
        </p:nvSpPr>
        <p:spPr/>
        <p:txBody>
          <a:bodyPr/>
          <a:lstStyle/>
          <a:p>
            <a:fld id="{2FFE4289-A74F-4222-9B90-D9BDCFD3E13B}" type="slidenum">
              <a:rPr lang="en-US" smtClean="0"/>
              <a:t>14</a:t>
            </a:fld>
            <a:endParaRPr lang="en-US"/>
          </a:p>
        </p:txBody>
      </p:sp>
    </p:spTree>
    <p:extLst>
      <p:ext uri="{BB962C8B-B14F-4D97-AF65-F5344CB8AC3E}">
        <p14:creationId xmlns:p14="http://schemas.microsoft.com/office/powerpoint/2010/main" val="1999470921"/>
      </p:ext>
    </p:extLst>
  </p:cSld>
  <p:clrMapOvr>
    <a:masterClrMapping/>
  </p:clrMapOvr>
</p:notes>
</file>

<file path=ppt/slideLayouts/_rels/slideLayout1.xml.rels><?xml version="1.0" encoding="UTF-8" standalone="yes"?>
<Relationships xmlns="http://schemas.openxmlformats.org/package/2006/relationships"><Relationship Id="rId3" Type="http://schemas.openxmlformats.org/officeDocument/2006/relationships/image" Target="../media/image2.svg"/><Relationship Id="rId2" Type="http://schemas.openxmlformats.org/officeDocument/2006/relationships/image" Target="../media/image1.jpg"/><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3" Type="http://schemas.openxmlformats.org/officeDocument/2006/relationships/image" Target="../media/image2.svg"/><Relationship Id="rId2" Type="http://schemas.openxmlformats.org/officeDocument/2006/relationships/image" Target="../media/image3.jpg"/><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2" Type="http://schemas.openxmlformats.org/officeDocument/2006/relationships/image" Target="../media/image4.svg"/><Relationship Id="rId1" Type="http://schemas.openxmlformats.org/officeDocument/2006/relationships/slideMaster" Target="../slideMasters/slideMaster1.xml"/></Relationships>
</file>

<file path=ppt/slideLayouts/_rels/slideLayout4.xml.rels><?xml version="1.0" encoding="UTF-8" standalone="yes"?>
<Relationships xmlns="http://schemas.openxmlformats.org/package/2006/relationships"><Relationship Id="rId2" Type="http://schemas.openxmlformats.org/officeDocument/2006/relationships/image" Target="../media/image4.svg"/><Relationship Id="rId1" Type="http://schemas.openxmlformats.org/officeDocument/2006/relationships/slideMaster" Target="../slideMasters/slideMaster1.xml"/></Relationships>
</file>

<file path=ppt/slideLayouts/_rels/slideLayout5.xml.rels><?xml version="1.0" encoding="UTF-8" standalone="yes"?>
<Relationships xmlns="http://schemas.openxmlformats.org/package/2006/relationships"><Relationship Id="rId3" Type="http://schemas.openxmlformats.org/officeDocument/2006/relationships/image" Target="../media/image4.svg"/><Relationship Id="rId2" Type="http://schemas.openxmlformats.org/officeDocument/2006/relationships/image" Target="../media/image5.png"/><Relationship Id="rId1" Type="http://schemas.openxmlformats.org/officeDocument/2006/relationships/slideMaster" Target="../slideMasters/slideMaster1.xml"/></Relationships>
</file>

<file path=ppt/slideLayouts/_rels/slideLayout6.xml.rels><?xml version="1.0" encoding="UTF-8" standalone="yes"?>
<Relationships xmlns="http://schemas.openxmlformats.org/package/2006/relationships"><Relationship Id="rId2" Type="http://schemas.openxmlformats.org/officeDocument/2006/relationships/image" Target="../media/image4.svg"/><Relationship Id="rId1" Type="http://schemas.openxmlformats.org/officeDocument/2006/relationships/slideMaster" Target="../slideMasters/slideMaster1.xml"/></Relationships>
</file>

<file path=ppt/slideLayouts/_rels/slideLayout7.xml.rels><?xml version="1.0" encoding="UTF-8" standalone="yes"?>
<Relationships xmlns="http://schemas.openxmlformats.org/package/2006/relationships"><Relationship Id="rId2" Type="http://schemas.openxmlformats.org/officeDocument/2006/relationships/image" Target="../media/image4.svg"/><Relationship Id="rId1" Type="http://schemas.openxmlformats.org/officeDocument/2006/relationships/slideMaster" Target="../slideMasters/slideMaster1.xml"/></Relationships>
</file>

<file path=ppt/slideLayouts/_rels/slideLayout8.xml.rels><?xml version="1.0" encoding="UTF-8" standalone="yes"?>
<Relationships xmlns="http://schemas.openxmlformats.org/package/2006/relationships"><Relationship Id="rId2" Type="http://schemas.openxmlformats.org/officeDocument/2006/relationships/image" Target="../media/image4.svg"/><Relationship Id="rId1" Type="http://schemas.openxmlformats.org/officeDocument/2006/relationships/slideMaster" Target="../slideMasters/slideMaster1.xml"/></Relationships>
</file>

<file path=ppt/slideLayouts/_rels/slideLayout9.xml.rels><?xml version="1.0" encoding="UTF-8" standalone="yes"?>
<Relationships xmlns="http://schemas.openxmlformats.org/package/2006/relationships"><Relationship Id="rId2" Type="http://schemas.openxmlformats.org/officeDocument/2006/relationships/image" Target="../media/image4.svg"/><Relationship Id="rId1" Type="http://schemas.openxmlformats.org/officeDocument/2006/relationships/slideMaster" Target="../slideMasters/slideMaster1.xml"/></Relationships>
</file>

<file path=ppt/slideLayouts/_rels/slideLayout10.xml.rels><?xml version="1.0" encoding="UTF-8" standalone="yes"?>
<Relationships xmlns="http://schemas.openxmlformats.org/package/2006/relationships"><Relationship Id="rId2" Type="http://schemas.openxmlformats.org/officeDocument/2006/relationships/image" Target="../media/image4.svg"/><Relationship Id="rId1" Type="http://schemas.openxmlformats.org/officeDocument/2006/relationships/slideMaster" Target="../slideMasters/slideMaster1.xml"/></Relationships>
</file>

<file path=ppt/slideLayouts/_rels/slideLayout11.xml.rels><?xml version="1.0" encoding="UTF-8" standalone="yes"?>
<Relationships xmlns="http://schemas.openxmlformats.org/package/2006/relationships"><Relationship Id="rId2" Type="http://schemas.openxmlformats.org/officeDocument/2006/relationships/image" Target="../media/image4.svg"/><Relationship Id="rId1" Type="http://schemas.openxmlformats.org/officeDocument/2006/relationships/slideMaster" Target="../slideMasters/slideMaster1.xml"/></Relationships>
</file>

<file path=ppt/slideLayouts/_rels/slideLayout12.xml.rels><?xml version="1.0" encoding="UTF-8" standalone="yes"?>
<Relationships xmlns="http://schemas.openxmlformats.org/package/2006/relationships"><Relationship Id="rId2" Type="http://schemas.openxmlformats.org/officeDocument/2006/relationships/image" Target="../media/image4.svg"/><Relationship Id="rId1" Type="http://schemas.openxmlformats.org/officeDocument/2006/relationships/slideMaster" Target="../slideMasters/slideMaster1.xml"/></Relationships>
</file>

<file path=ppt/slideLayouts/_rels/slideLayout13.xml.rels><?xml version="1.0" encoding="UTF-8" standalone="yes"?>
<Relationships xmlns="http://schemas.openxmlformats.org/package/2006/relationships"><Relationship Id="rId2" Type="http://schemas.openxmlformats.org/officeDocument/2006/relationships/image" Target="../media/image4.svg"/><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preserve="1" userDrawn="1">
  <p:cSld name="TITELFOLIE Foto Technikum Tag">
    <p:bg>
      <p:bgPr>
        <a:blipFill dpi="0" rotWithShape="1">
          <a:blip r:embed="rId2">
            <a:lum/>
          </a:blip>
          <a:srcRect/>
          <a:stretch>
            <a:fillRect/>
          </a:stretch>
        </a:blipFill>
        <a:effectLst/>
      </p:bgPr>
    </p:bg>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3ABBEC87-611C-4FE7-801A-2BABE5B2689B}"/>
              </a:ext>
            </a:extLst>
          </p:cNvPr>
          <p:cNvSpPr>
            <a:spLocks noGrp="1"/>
          </p:cNvSpPr>
          <p:nvPr>
            <p:ph type="title" hasCustomPrompt="1"/>
          </p:nvPr>
        </p:nvSpPr>
        <p:spPr>
          <a:xfrm>
            <a:off x="3128963" y="3599414"/>
            <a:ext cx="5897562" cy="439153"/>
          </a:xfrm>
        </p:spPr>
        <p:txBody>
          <a:bodyPr/>
          <a:lstStyle>
            <a:lvl1pPr>
              <a:defRPr>
                <a:solidFill>
                  <a:schemeClr val="bg1"/>
                </a:solidFill>
                <a:highlight>
                  <a:srgbClr val="005A96"/>
                </a:highlight>
              </a:defRPr>
            </a:lvl1pPr>
          </a:lstStyle>
          <a:p>
            <a:r>
              <a:rPr lang="en-US" dirty="0" err="1"/>
              <a:t>Titel</a:t>
            </a:r>
            <a:endParaRPr lang="en-GB" dirty="0"/>
          </a:p>
        </p:txBody>
      </p:sp>
      <p:sp>
        <p:nvSpPr>
          <p:cNvPr id="5" name="Text Placeholder 4">
            <a:extLst>
              <a:ext uri="{FF2B5EF4-FFF2-40B4-BE49-F238E27FC236}">
                <a16:creationId xmlns:a16="http://schemas.microsoft.com/office/drawing/2014/main" id="{EE5C50F5-E4A6-49CB-8F10-BB04F428948E}"/>
              </a:ext>
            </a:extLst>
          </p:cNvPr>
          <p:cNvSpPr>
            <a:spLocks noGrp="1"/>
          </p:cNvSpPr>
          <p:nvPr>
            <p:ph type="body" sz="quarter" idx="10" hasCustomPrompt="1"/>
          </p:nvPr>
        </p:nvSpPr>
        <p:spPr>
          <a:xfrm>
            <a:off x="3128963" y="4294464"/>
            <a:ext cx="5897561" cy="359569"/>
          </a:xfrm>
        </p:spPr>
        <p:txBody>
          <a:bodyPr>
            <a:normAutofit/>
          </a:bodyPr>
          <a:lstStyle>
            <a:lvl1pPr marL="0" indent="0">
              <a:buNone/>
              <a:defRPr>
                <a:solidFill>
                  <a:schemeClr val="bg1"/>
                </a:solidFill>
                <a:highlight>
                  <a:srgbClr val="005A96"/>
                </a:highlight>
              </a:defRPr>
            </a:lvl1pPr>
            <a:lvl2pPr>
              <a:defRPr>
                <a:solidFill>
                  <a:schemeClr val="bg1"/>
                </a:solidFill>
                <a:highlight>
                  <a:srgbClr val="005A96"/>
                </a:highlight>
              </a:defRPr>
            </a:lvl2pPr>
            <a:lvl3pPr>
              <a:defRPr>
                <a:solidFill>
                  <a:schemeClr val="bg1"/>
                </a:solidFill>
                <a:highlight>
                  <a:srgbClr val="005A96"/>
                </a:highlight>
              </a:defRPr>
            </a:lvl3pPr>
            <a:lvl4pPr>
              <a:defRPr>
                <a:solidFill>
                  <a:schemeClr val="bg1"/>
                </a:solidFill>
                <a:highlight>
                  <a:srgbClr val="005A96"/>
                </a:highlight>
              </a:defRPr>
            </a:lvl4pPr>
            <a:lvl5pPr>
              <a:defRPr>
                <a:solidFill>
                  <a:schemeClr val="bg1"/>
                </a:solidFill>
                <a:highlight>
                  <a:srgbClr val="005A96"/>
                </a:highlight>
              </a:defRPr>
            </a:lvl5pPr>
          </a:lstStyle>
          <a:p>
            <a:pPr lvl="0"/>
            <a:r>
              <a:rPr lang="en-US" dirty="0" err="1"/>
              <a:t>Untertitel</a:t>
            </a:r>
            <a:r>
              <a:rPr lang="en-US" dirty="0"/>
              <a:t> / Autor</a:t>
            </a:r>
            <a:endParaRPr lang="en-AT" dirty="0"/>
          </a:p>
        </p:txBody>
      </p:sp>
      <p:pic>
        <p:nvPicPr>
          <p:cNvPr id="9" name="Grafik 8" descr="FH Technikum Wien - University of Applied Sciences">
            <a:extLst>
              <a:ext uri="{FF2B5EF4-FFF2-40B4-BE49-F238E27FC236}">
                <a16:creationId xmlns:a16="http://schemas.microsoft.com/office/drawing/2014/main" id="{E912822A-9B89-4584-AA9B-A21C38C24020}"/>
              </a:ext>
            </a:extLst>
          </p:cNvPr>
          <p:cNvPicPr>
            <a:picLocks noChangeAspect="1"/>
          </p:cNvPicPr>
          <p:nvPr userDrawn="1"/>
        </p:nvPicPr>
        <p:blipFill>
          <a:blip>
            <a:extLst>
              <a:ext uri="{28A0092B-C50C-407E-A947-70E740481C1C}">
                <a14:useLocalDpi xmlns:a14="http://schemas.microsoft.com/office/drawing/2010/main" val="0"/>
              </a:ext>
              <a:ext uri="{96DAC541-7B7A-43D3-8B79-37D633B846F1}">
                <asvg:svgBlip xmlns:asvg="http://schemas.microsoft.com/office/drawing/2016/SVG/main" r:embed="rId3"/>
              </a:ext>
            </a:extLst>
          </a:blip>
          <a:stretch>
            <a:fillRect/>
          </a:stretch>
        </p:blipFill>
        <p:spPr>
          <a:xfrm>
            <a:off x="1205018" y="1916907"/>
            <a:ext cx="3366982" cy="2121660"/>
          </a:xfrm>
          <a:prstGeom prst="rect">
            <a:avLst/>
          </a:prstGeom>
        </p:spPr>
      </p:pic>
    </p:spTree>
    <p:extLst>
      <p:ext uri="{BB962C8B-B14F-4D97-AF65-F5344CB8AC3E}">
        <p14:creationId xmlns:p14="http://schemas.microsoft.com/office/powerpoint/2010/main" val="2180494913"/>
      </p:ext>
    </p:extLst>
  </p:cSld>
  <p:clrMapOvr>
    <a:masterClrMapping/>
  </p:clrMapOvr>
</p:sldLayout>
</file>

<file path=ppt/slideLayouts/slideLayout2.xml><?xml version="1.0" encoding="utf-8"?>
<p:sldLayout xmlns:a="http://schemas.openxmlformats.org/drawingml/2006/main" xmlns:r="http://schemas.openxmlformats.org/officeDocument/2006/relationships" xmlns:p="http://schemas.openxmlformats.org/presentationml/2006/main" preserve="1" userDrawn="1">
  <p:cSld name="TITELFOLIE Foto Technikum Nacht">
    <p:bg>
      <p:bgPr>
        <a:blipFill dpi="0" rotWithShape="1">
          <a:blip r:embed="rId2">
            <a:lum/>
          </a:blip>
          <a:srcRect/>
          <a:stretch>
            <a:fillRect/>
          </a:stretch>
        </a:blipFill>
        <a:effectLst/>
      </p:bgPr>
    </p:bg>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964A86F4-3070-4C24-8038-34CAB4816F1D}"/>
              </a:ext>
            </a:extLst>
          </p:cNvPr>
          <p:cNvSpPr>
            <a:spLocks noGrp="1"/>
          </p:cNvSpPr>
          <p:nvPr>
            <p:ph type="title" hasCustomPrompt="1"/>
          </p:nvPr>
        </p:nvSpPr>
        <p:spPr>
          <a:xfrm>
            <a:off x="3133971" y="3599413"/>
            <a:ext cx="5861296" cy="439153"/>
          </a:xfrm>
        </p:spPr>
        <p:txBody>
          <a:bodyPr/>
          <a:lstStyle>
            <a:lvl1pPr>
              <a:defRPr>
                <a:solidFill>
                  <a:schemeClr val="bg1"/>
                </a:solidFill>
                <a:highlight>
                  <a:srgbClr val="72777A"/>
                </a:highlight>
              </a:defRPr>
            </a:lvl1pPr>
          </a:lstStyle>
          <a:p>
            <a:r>
              <a:rPr lang="de-DE" dirty="0"/>
              <a:t>Titel</a:t>
            </a:r>
            <a:endParaRPr lang="en-GB" dirty="0"/>
          </a:p>
        </p:txBody>
      </p:sp>
      <p:sp>
        <p:nvSpPr>
          <p:cNvPr id="9" name="Text Placeholder 4">
            <a:extLst>
              <a:ext uri="{FF2B5EF4-FFF2-40B4-BE49-F238E27FC236}">
                <a16:creationId xmlns:a16="http://schemas.microsoft.com/office/drawing/2014/main" id="{416AE9FB-C334-42DE-8F45-21484CB840FF}"/>
              </a:ext>
            </a:extLst>
          </p:cNvPr>
          <p:cNvSpPr>
            <a:spLocks noGrp="1"/>
          </p:cNvSpPr>
          <p:nvPr>
            <p:ph type="body" sz="quarter" idx="11" hasCustomPrompt="1"/>
          </p:nvPr>
        </p:nvSpPr>
        <p:spPr>
          <a:xfrm>
            <a:off x="3141785" y="4279053"/>
            <a:ext cx="5861295" cy="359569"/>
          </a:xfrm>
        </p:spPr>
        <p:txBody>
          <a:bodyPr wrap="square">
            <a:normAutofit/>
          </a:bodyPr>
          <a:lstStyle>
            <a:lvl1pPr marL="0" indent="0">
              <a:buNone/>
              <a:defRPr>
                <a:solidFill>
                  <a:schemeClr val="bg1"/>
                </a:solidFill>
                <a:highlight>
                  <a:srgbClr val="72777A"/>
                </a:highlight>
              </a:defRPr>
            </a:lvl1pPr>
            <a:lvl2pPr>
              <a:defRPr>
                <a:solidFill>
                  <a:schemeClr val="bg1"/>
                </a:solidFill>
                <a:highlight>
                  <a:srgbClr val="005A96"/>
                </a:highlight>
              </a:defRPr>
            </a:lvl2pPr>
            <a:lvl3pPr>
              <a:defRPr>
                <a:solidFill>
                  <a:schemeClr val="bg1"/>
                </a:solidFill>
                <a:highlight>
                  <a:srgbClr val="005A96"/>
                </a:highlight>
              </a:defRPr>
            </a:lvl3pPr>
            <a:lvl4pPr>
              <a:defRPr>
                <a:solidFill>
                  <a:schemeClr val="bg1"/>
                </a:solidFill>
                <a:highlight>
                  <a:srgbClr val="005A96"/>
                </a:highlight>
              </a:defRPr>
            </a:lvl4pPr>
            <a:lvl5pPr>
              <a:defRPr>
                <a:solidFill>
                  <a:schemeClr val="bg1"/>
                </a:solidFill>
                <a:highlight>
                  <a:srgbClr val="005A96"/>
                </a:highlight>
              </a:defRPr>
            </a:lvl5pPr>
          </a:lstStyle>
          <a:p>
            <a:pPr lvl="0"/>
            <a:r>
              <a:rPr lang="en-US" dirty="0" err="1"/>
              <a:t>Untertitel</a:t>
            </a:r>
            <a:r>
              <a:rPr lang="en-US" dirty="0"/>
              <a:t> / Autor</a:t>
            </a:r>
            <a:endParaRPr lang="en-AT" dirty="0"/>
          </a:p>
        </p:txBody>
      </p:sp>
      <p:pic>
        <p:nvPicPr>
          <p:cNvPr id="5" name="Grafik 4" descr="FH Technikum Wien - University of Applied Sciences">
            <a:extLst>
              <a:ext uri="{FF2B5EF4-FFF2-40B4-BE49-F238E27FC236}">
                <a16:creationId xmlns:a16="http://schemas.microsoft.com/office/drawing/2014/main" id="{36DE48FA-9F9C-4F81-A9C6-3FAA23DE1532}"/>
              </a:ext>
            </a:extLst>
          </p:cNvPr>
          <p:cNvPicPr>
            <a:picLocks noChangeAspect="1"/>
          </p:cNvPicPr>
          <p:nvPr userDrawn="1"/>
        </p:nvPicPr>
        <p:blipFill>
          <a:blip>
            <a:extLst>
              <a:ext uri="{28A0092B-C50C-407E-A947-70E740481C1C}">
                <a14:useLocalDpi xmlns:a14="http://schemas.microsoft.com/office/drawing/2010/main" val="0"/>
              </a:ext>
              <a:ext uri="{96DAC541-7B7A-43D3-8B79-37D633B846F1}">
                <asvg:svgBlip xmlns:asvg="http://schemas.microsoft.com/office/drawing/2016/SVG/main" r:embed="rId3"/>
              </a:ext>
            </a:extLst>
          </a:blip>
          <a:stretch>
            <a:fillRect/>
          </a:stretch>
        </p:blipFill>
        <p:spPr>
          <a:xfrm>
            <a:off x="1205018" y="1916906"/>
            <a:ext cx="3366982" cy="2121660"/>
          </a:xfrm>
          <a:prstGeom prst="rect">
            <a:avLst/>
          </a:prstGeom>
        </p:spPr>
      </p:pic>
    </p:spTree>
    <p:extLst>
      <p:ext uri="{BB962C8B-B14F-4D97-AF65-F5344CB8AC3E}">
        <p14:creationId xmlns:p14="http://schemas.microsoft.com/office/powerpoint/2010/main" val="934188245"/>
      </p:ext>
    </p:extLst>
  </p:cSld>
  <p:clrMapOvr>
    <a:masterClrMapping/>
  </p:clrMapOvr>
</p:sldLayout>
</file>

<file path=ppt/slideLayouts/slideLayout3.xml><?xml version="1.0" encoding="utf-8"?>
<p:sldLayout xmlns:a="http://schemas.openxmlformats.org/drawingml/2006/main" xmlns:r="http://schemas.openxmlformats.org/officeDocument/2006/relationships" xmlns:p="http://schemas.openxmlformats.org/presentationml/2006/main" preserve="1" userDrawn="1">
  <p:cSld name="TITELFOLIE Balken Grau">
    <p:spTree>
      <p:nvGrpSpPr>
        <p:cNvPr id="1" name=""/>
        <p:cNvGrpSpPr/>
        <p:nvPr/>
      </p:nvGrpSpPr>
      <p:grpSpPr>
        <a:xfrm>
          <a:off x="0" y="0"/>
          <a:ext cx="0" cy="0"/>
          <a:chOff x="0" y="0"/>
          <a:chExt cx="0" cy="0"/>
        </a:xfrm>
      </p:grpSpPr>
      <p:sp>
        <p:nvSpPr>
          <p:cNvPr id="6" name="Titelplatzhalter 1"/>
          <p:cNvSpPr>
            <a:spLocks noGrp="1"/>
          </p:cNvSpPr>
          <p:nvPr>
            <p:ph type="title" hasCustomPrompt="1"/>
          </p:nvPr>
        </p:nvSpPr>
        <p:spPr>
          <a:xfrm>
            <a:off x="3331747" y="3216528"/>
            <a:ext cx="5694779" cy="433138"/>
          </a:xfrm>
          <a:prstGeom prst="rect">
            <a:avLst/>
          </a:prstGeom>
          <a:noFill/>
        </p:spPr>
        <p:txBody>
          <a:bodyPr vert="horz" lIns="91440" tIns="45720" rIns="91440" bIns="45720" rtlCol="0" anchor="ctr">
            <a:normAutofit/>
          </a:bodyPr>
          <a:lstStyle>
            <a:lvl1pPr>
              <a:defRPr sz="2700">
                <a:solidFill>
                  <a:schemeClr val="accent1"/>
                </a:solidFill>
              </a:defRPr>
            </a:lvl1pPr>
          </a:lstStyle>
          <a:p>
            <a:r>
              <a:rPr lang="de-DE" dirty="0"/>
              <a:t>Titel</a:t>
            </a:r>
            <a:endParaRPr lang="de-AT" dirty="0"/>
          </a:p>
        </p:txBody>
      </p:sp>
      <p:sp>
        <p:nvSpPr>
          <p:cNvPr id="5" name="Text Placeholder 4">
            <a:extLst>
              <a:ext uri="{FF2B5EF4-FFF2-40B4-BE49-F238E27FC236}">
                <a16:creationId xmlns:a16="http://schemas.microsoft.com/office/drawing/2014/main" id="{C1C28234-80A7-441C-9E93-EC38F62D8059}"/>
              </a:ext>
            </a:extLst>
          </p:cNvPr>
          <p:cNvSpPr>
            <a:spLocks noGrp="1"/>
          </p:cNvSpPr>
          <p:nvPr>
            <p:ph type="body" sz="quarter" idx="10" hasCustomPrompt="1"/>
          </p:nvPr>
        </p:nvSpPr>
        <p:spPr>
          <a:xfrm>
            <a:off x="3331746" y="3888000"/>
            <a:ext cx="5694779" cy="359569"/>
          </a:xfrm>
        </p:spPr>
        <p:txBody>
          <a:bodyPr wrap="square">
            <a:normAutofit/>
          </a:bodyPr>
          <a:lstStyle>
            <a:lvl1pPr marL="0" indent="0">
              <a:buNone/>
              <a:defRPr>
                <a:solidFill>
                  <a:schemeClr val="accent1"/>
                </a:solidFill>
              </a:defRPr>
            </a:lvl1pPr>
            <a:lvl2pPr>
              <a:defRPr>
                <a:solidFill>
                  <a:schemeClr val="bg1"/>
                </a:solidFill>
                <a:highlight>
                  <a:srgbClr val="005A96"/>
                </a:highlight>
              </a:defRPr>
            </a:lvl2pPr>
            <a:lvl3pPr>
              <a:defRPr>
                <a:solidFill>
                  <a:schemeClr val="bg1"/>
                </a:solidFill>
                <a:highlight>
                  <a:srgbClr val="005A96"/>
                </a:highlight>
              </a:defRPr>
            </a:lvl3pPr>
            <a:lvl4pPr>
              <a:defRPr>
                <a:solidFill>
                  <a:schemeClr val="bg1"/>
                </a:solidFill>
                <a:highlight>
                  <a:srgbClr val="005A96"/>
                </a:highlight>
              </a:defRPr>
            </a:lvl4pPr>
            <a:lvl5pPr>
              <a:defRPr>
                <a:solidFill>
                  <a:schemeClr val="bg1"/>
                </a:solidFill>
                <a:highlight>
                  <a:srgbClr val="005A96"/>
                </a:highlight>
              </a:defRPr>
            </a:lvl5pPr>
          </a:lstStyle>
          <a:p>
            <a:pPr lvl="0"/>
            <a:r>
              <a:rPr lang="en-US" dirty="0" err="1"/>
              <a:t>Untertitel</a:t>
            </a:r>
            <a:r>
              <a:rPr lang="en-US" dirty="0"/>
              <a:t> / Autor</a:t>
            </a:r>
            <a:endParaRPr lang="en-AT" dirty="0"/>
          </a:p>
        </p:txBody>
      </p:sp>
      <p:pic>
        <p:nvPicPr>
          <p:cNvPr id="3" name="Grafik 2" descr="FH Technikum Wien - University of Applied Sciences">
            <a:extLst>
              <a:ext uri="{FF2B5EF4-FFF2-40B4-BE49-F238E27FC236}">
                <a16:creationId xmlns:a16="http://schemas.microsoft.com/office/drawing/2014/main" id="{297655D6-11DD-4FCD-A16D-41373134CF79}"/>
              </a:ext>
            </a:extLst>
          </p:cNvPr>
          <p:cNvPicPr>
            <a:picLocks noChangeAspect="1"/>
          </p:cNvPicPr>
          <p:nvPr userDrawn="1"/>
        </p:nvPicPr>
        <p:blipFill>
          <a:blip>
            <a:extLst>
              <a:ext uri="{28A0092B-C50C-407E-A947-70E740481C1C}">
                <a14:useLocalDpi xmlns:a14="http://schemas.microsoft.com/office/drawing/2010/main" val="0"/>
              </a:ext>
              <a:ext uri="{96DAC541-7B7A-43D3-8B79-37D633B846F1}">
                <asvg:svgBlip xmlns:asvg="http://schemas.microsoft.com/office/drawing/2016/SVG/main" r:embed="rId2"/>
              </a:ext>
            </a:extLst>
          </a:blip>
          <a:stretch>
            <a:fillRect/>
          </a:stretch>
        </p:blipFill>
        <p:spPr>
          <a:xfrm>
            <a:off x="977656" y="1020766"/>
            <a:ext cx="4171950" cy="2628900"/>
          </a:xfrm>
          <a:prstGeom prst="rect">
            <a:avLst/>
          </a:prstGeom>
        </p:spPr>
      </p:pic>
    </p:spTree>
    <p:extLst>
      <p:ext uri="{BB962C8B-B14F-4D97-AF65-F5344CB8AC3E}">
        <p14:creationId xmlns:p14="http://schemas.microsoft.com/office/powerpoint/2010/main" val="3690216826"/>
      </p:ext>
    </p:extLst>
  </p:cSld>
  <p:clrMapOvr>
    <a:masterClrMapping/>
  </p:clrMapOvr>
</p:sldLayout>
</file>

<file path=ppt/slideLayouts/slideLayout4.xml><?xml version="1.0" encoding="utf-8"?>
<p:sldLayout xmlns:a="http://schemas.openxmlformats.org/drawingml/2006/main" xmlns:r="http://schemas.openxmlformats.org/officeDocument/2006/relationships" xmlns:p="http://schemas.openxmlformats.org/presentationml/2006/main" preserve="1" userDrawn="1">
  <p:cSld name="TITELFOLIE Balken Blau">
    <p:spTree>
      <p:nvGrpSpPr>
        <p:cNvPr id="1" name=""/>
        <p:cNvGrpSpPr/>
        <p:nvPr/>
      </p:nvGrpSpPr>
      <p:grpSpPr>
        <a:xfrm>
          <a:off x="0" y="0"/>
          <a:ext cx="0" cy="0"/>
          <a:chOff x="0" y="0"/>
          <a:chExt cx="0" cy="0"/>
        </a:xfrm>
      </p:grpSpPr>
      <p:sp>
        <p:nvSpPr>
          <p:cNvPr id="4" name="Titelplatzhalter 1"/>
          <p:cNvSpPr>
            <a:spLocks noGrp="1"/>
          </p:cNvSpPr>
          <p:nvPr>
            <p:ph type="title" hasCustomPrompt="1"/>
          </p:nvPr>
        </p:nvSpPr>
        <p:spPr>
          <a:xfrm>
            <a:off x="3331747" y="3216528"/>
            <a:ext cx="5694779" cy="433138"/>
          </a:xfrm>
          <a:prstGeom prst="rect">
            <a:avLst/>
          </a:prstGeom>
          <a:noFill/>
        </p:spPr>
        <p:txBody>
          <a:bodyPr vert="horz" lIns="91440" tIns="45720" rIns="91440" bIns="45720" rtlCol="0" anchor="ctr">
            <a:noAutofit/>
          </a:bodyPr>
          <a:lstStyle>
            <a:lvl1pPr>
              <a:defRPr sz="2700">
                <a:solidFill>
                  <a:srgbClr val="005A96"/>
                </a:solidFill>
              </a:defRPr>
            </a:lvl1pPr>
          </a:lstStyle>
          <a:p>
            <a:r>
              <a:rPr lang="de-DE" dirty="0"/>
              <a:t>Titel</a:t>
            </a:r>
            <a:endParaRPr lang="de-AT" dirty="0"/>
          </a:p>
        </p:txBody>
      </p:sp>
      <p:sp>
        <p:nvSpPr>
          <p:cNvPr id="6" name="Text Placeholder 4">
            <a:extLst>
              <a:ext uri="{FF2B5EF4-FFF2-40B4-BE49-F238E27FC236}">
                <a16:creationId xmlns:a16="http://schemas.microsoft.com/office/drawing/2014/main" id="{1993B6AF-0521-4A85-891D-947C2C556B45}"/>
              </a:ext>
            </a:extLst>
          </p:cNvPr>
          <p:cNvSpPr>
            <a:spLocks noGrp="1"/>
          </p:cNvSpPr>
          <p:nvPr>
            <p:ph type="body" sz="quarter" idx="10" hasCustomPrompt="1"/>
          </p:nvPr>
        </p:nvSpPr>
        <p:spPr>
          <a:xfrm>
            <a:off x="3331746" y="3888000"/>
            <a:ext cx="5694779" cy="359569"/>
          </a:xfrm>
        </p:spPr>
        <p:txBody>
          <a:bodyPr wrap="square">
            <a:normAutofit/>
          </a:bodyPr>
          <a:lstStyle>
            <a:lvl1pPr marL="0" indent="0">
              <a:buNone/>
              <a:defRPr>
                <a:solidFill>
                  <a:srgbClr val="005A96"/>
                </a:solidFill>
              </a:defRPr>
            </a:lvl1pPr>
            <a:lvl2pPr>
              <a:defRPr>
                <a:solidFill>
                  <a:schemeClr val="bg1"/>
                </a:solidFill>
                <a:highlight>
                  <a:srgbClr val="005A96"/>
                </a:highlight>
              </a:defRPr>
            </a:lvl2pPr>
            <a:lvl3pPr>
              <a:defRPr>
                <a:solidFill>
                  <a:schemeClr val="bg1"/>
                </a:solidFill>
                <a:highlight>
                  <a:srgbClr val="005A96"/>
                </a:highlight>
              </a:defRPr>
            </a:lvl3pPr>
            <a:lvl4pPr>
              <a:defRPr>
                <a:solidFill>
                  <a:schemeClr val="bg1"/>
                </a:solidFill>
                <a:highlight>
                  <a:srgbClr val="005A96"/>
                </a:highlight>
              </a:defRPr>
            </a:lvl4pPr>
            <a:lvl5pPr>
              <a:defRPr>
                <a:solidFill>
                  <a:schemeClr val="bg1"/>
                </a:solidFill>
                <a:highlight>
                  <a:srgbClr val="005A96"/>
                </a:highlight>
              </a:defRPr>
            </a:lvl5pPr>
          </a:lstStyle>
          <a:p>
            <a:pPr lvl="0"/>
            <a:r>
              <a:rPr lang="en-US" dirty="0" err="1"/>
              <a:t>Untertitel</a:t>
            </a:r>
            <a:r>
              <a:rPr lang="en-US" dirty="0"/>
              <a:t> / Autor</a:t>
            </a:r>
            <a:endParaRPr lang="en-AT" dirty="0"/>
          </a:p>
        </p:txBody>
      </p:sp>
      <p:pic>
        <p:nvPicPr>
          <p:cNvPr id="5" name="Grafik 4" descr="FH Technikum Wien - University of Applied Sciences">
            <a:extLst>
              <a:ext uri="{FF2B5EF4-FFF2-40B4-BE49-F238E27FC236}">
                <a16:creationId xmlns:a16="http://schemas.microsoft.com/office/drawing/2014/main" id="{521AFF37-CD1E-46E6-AE37-FDEED49D2674}"/>
              </a:ext>
            </a:extLst>
          </p:cNvPr>
          <p:cNvPicPr>
            <a:picLocks noChangeAspect="1"/>
          </p:cNvPicPr>
          <p:nvPr userDrawn="1"/>
        </p:nvPicPr>
        <p:blipFill>
          <a:blip>
            <a:extLst>
              <a:ext uri="{28A0092B-C50C-407E-A947-70E740481C1C}">
                <a14:useLocalDpi xmlns:a14="http://schemas.microsoft.com/office/drawing/2010/main" val="0"/>
              </a:ext>
              <a:ext uri="{96DAC541-7B7A-43D3-8B79-37D633B846F1}">
                <asvg:svgBlip xmlns:asvg="http://schemas.microsoft.com/office/drawing/2016/SVG/main" r:embed="rId2"/>
              </a:ext>
            </a:extLst>
          </a:blip>
          <a:stretch>
            <a:fillRect/>
          </a:stretch>
        </p:blipFill>
        <p:spPr>
          <a:xfrm>
            <a:off x="977656" y="1020766"/>
            <a:ext cx="4171950" cy="2628900"/>
          </a:xfrm>
          <a:prstGeom prst="rect">
            <a:avLst/>
          </a:prstGeom>
        </p:spPr>
      </p:pic>
    </p:spTree>
    <p:extLst>
      <p:ext uri="{BB962C8B-B14F-4D97-AF65-F5344CB8AC3E}">
        <p14:creationId xmlns:p14="http://schemas.microsoft.com/office/powerpoint/2010/main" val="3940876225"/>
      </p:ext>
    </p:extLst>
  </p:cSld>
  <p:clrMapOvr>
    <a:masterClrMapping/>
  </p:clrMapOvr>
</p:sldLayout>
</file>

<file path=ppt/slideLayouts/slideLayout5.xml><?xml version="1.0" encoding="utf-8"?>
<p:sldLayout xmlns:a="http://schemas.openxmlformats.org/drawingml/2006/main" xmlns:r="http://schemas.openxmlformats.org/officeDocument/2006/relationships" xmlns:p="http://schemas.openxmlformats.org/presentationml/2006/main" preserve="1" userDrawn="1">
  <p:cSld name="1_TITELFOLIE Balken Blau">
    <p:spTree>
      <p:nvGrpSpPr>
        <p:cNvPr id="1" name=""/>
        <p:cNvGrpSpPr/>
        <p:nvPr/>
      </p:nvGrpSpPr>
      <p:grpSpPr>
        <a:xfrm>
          <a:off x="0" y="0"/>
          <a:ext cx="0" cy="0"/>
          <a:chOff x="0" y="0"/>
          <a:chExt cx="0" cy="0"/>
        </a:xfrm>
      </p:grpSpPr>
      <p:sp>
        <p:nvSpPr>
          <p:cNvPr id="9" name="Titelplatzhalter 1">
            <a:extLst>
              <a:ext uri="{FF2B5EF4-FFF2-40B4-BE49-F238E27FC236}">
                <a16:creationId xmlns:a16="http://schemas.microsoft.com/office/drawing/2014/main" id="{3ED02347-5B9C-47C3-9770-0CA1C1115EBD}"/>
              </a:ext>
            </a:extLst>
          </p:cNvPr>
          <p:cNvSpPr>
            <a:spLocks noGrp="1"/>
          </p:cNvSpPr>
          <p:nvPr>
            <p:ph type="title" hasCustomPrompt="1"/>
          </p:nvPr>
        </p:nvSpPr>
        <p:spPr>
          <a:xfrm>
            <a:off x="3059084" y="3582896"/>
            <a:ext cx="5216215" cy="531903"/>
          </a:xfrm>
          <a:prstGeom prst="rect">
            <a:avLst/>
          </a:prstGeom>
          <a:noFill/>
        </p:spPr>
        <p:txBody>
          <a:bodyPr vert="horz" lIns="91440" tIns="45720" rIns="91440" bIns="45720" rtlCol="0" anchor="ctr">
            <a:normAutofit/>
          </a:bodyPr>
          <a:lstStyle>
            <a:lvl1pPr algn="r">
              <a:defRPr sz="2700">
                <a:solidFill>
                  <a:schemeClr val="accent1"/>
                </a:solidFill>
              </a:defRPr>
            </a:lvl1pPr>
          </a:lstStyle>
          <a:p>
            <a:r>
              <a:rPr lang="de-DE" dirty="0"/>
              <a:t>Titel</a:t>
            </a:r>
            <a:endParaRPr lang="de-AT" dirty="0"/>
          </a:p>
        </p:txBody>
      </p:sp>
      <p:sp>
        <p:nvSpPr>
          <p:cNvPr id="10" name="Text Placeholder 4">
            <a:extLst>
              <a:ext uri="{FF2B5EF4-FFF2-40B4-BE49-F238E27FC236}">
                <a16:creationId xmlns:a16="http://schemas.microsoft.com/office/drawing/2014/main" id="{C861E06E-01BF-45E4-B05F-CDFA812E7695}"/>
              </a:ext>
            </a:extLst>
          </p:cNvPr>
          <p:cNvSpPr>
            <a:spLocks noGrp="1"/>
          </p:cNvSpPr>
          <p:nvPr>
            <p:ph type="body" sz="quarter" idx="10" hasCustomPrompt="1"/>
          </p:nvPr>
        </p:nvSpPr>
        <p:spPr>
          <a:xfrm>
            <a:off x="3059084" y="4182295"/>
            <a:ext cx="5216215" cy="359569"/>
          </a:xfrm>
        </p:spPr>
        <p:txBody>
          <a:bodyPr wrap="square">
            <a:normAutofit/>
          </a:bodyPr>
          <a:lstStyle>
            <a:lvl1pPr marL="0" indent="0" algn="r">
              <a:buNone/>
              <a:defRPr>
                <a:solidFill>
                  <a:schemeClr val="accent1"/>
                </a:solidFill>
              </a:defRPr>
            </a:lvl1pPr>
            <a:lvl2pPr>
              <a:defRPr>
                <a:solidFill>
                  <a:schemeClr val="bg1"/>
                </a:solidFill>
                <a:highlight>
                  <a:srgbClr val="005A96"/>
                </a:highlight>
              </a:defRPr>
            </a:lvl2pPr>
            <a:lvl3pPr>
              <a:defRPr>
                <a:solidFill>
                  <a:schemeClr val="bg1"/>
                </a:solidFill>
                <a:highlight>
                  <a:srgbClr val="005A96"/>
                </a:highlight>
              </a:defRPr>
            </a:lvl3pPr>
            <a:lvl4pPr>
              <a:defRPr>
                <a:solidFill>
                  <a:schemeClr val="bg1"/>
                </a:solidFill>
                <a:highlight>
                  <a:srgbClr val="005A96"/>
                </a:highlight>
              </a:defRPr>
            </a:lvl4pPr>
            <a:lvl5pPr>
              <a:defRPr>
                <a:solidFill>
                  <a:schemeClr val="bg1"/>
                </a:solidFill>
                <a:highlight>
                  <a:srgbClr val="005A96"/>
                </a:highlight>
              </a:defRPr>
            </a:lvl5pPr>
          </a:lstStyle>
          <a:p>
            <a:pPr lvl="0"/>
            <a:r>
              <a:rPr lang="en-US" dirty="0" err="1"/>
              <a:t>Untertitel</a:t>
            </a:r>
            <a:r>
              <a:rPr lang="en-US" dirty="0"/>
              <a:t> / Autor</a:t>
            </a:r>
            <a:endParaRPr lang="en-AT" dirty="0"/>
          </a:p>
        </p:txBody>
      </p:sp>
      <p:pic>
        <p:nvPicPr>
          <p:cNvPr id="4" name="Grafik 3">
            <a:extLst>
              <a:ext uri="{FF2B5EF4-FFF2-40B4-BE49-F238E27FC236}">
                <a16:creationId xmlns:a16="http://schemas.microsoft.com/office/drawing/2014/main" id="{13F895DB-6C5B-416C-840B-FDB951A38538}"/>
              </a:ext>
              <a:ext uri="{C183D7F6-B498-43B3-948B-1728B52AA6E4}">
                <adec:decorative xmlns:adec="http://schemas.microsoft.com/office/drawing/2017/decorative" val="1"/>
              </a:ext>
            </a:extLst>
          </p:cNvPr>
          <p:cNvPicPr>
            <a:picLocks noChangeAspect="1"/>
          </p:cNvPicPr>
          <p:nvPr userDrawn="1"/>
        </p:nvPicPr>
        <p:blipFill>
          <a:blip r:embed="rId2" cstate="print">
            <a:extLst>
              <a:ext uri="{28A0092B-C50C-407E-A947-70E740481C1C}">
                <a14:useLocalDpi xmlns:a14="http://schemas.microsoft.com/office/drawing/2010/main" val="0"/>
              </a:ext>
            </a:extLst>
          </a:blip>
          <a:stretch>
            <a:fillRect/>
          </a:stretch>
        </p:blipFill>
        <p:spPr>
          <a:xfrm>
            <a:off x="868701" y="-308648"/>
            <a:ext cx="7406598" cy="4166212"/>
          </a:xfrm>
          <a:prstGeom prst="rect">
            <a:avLst/>
          </a:prstGeom>
        </p:spPr>
      </p:pic>
      <p:pic>
        <p:nvPicPr>
          <p:cNvPr id="8" name="Grafik 7" descr="FH Technikum Wien - University of Applied Sciences">
            <a:extLst>
              <a:ext uri="{FF2B5EF4-FFF2-40B4-BE49-F238E27FC236}">
                <a16:creationId xmlns:a16="http://schemas.microsoft.com/office/drawing/2014/main" id="{1D30033D-611F-4A97-9A01-BE499811FCB6}"/>
              </a:ext>
            </a:extLst>
          </p:cNvPr>
          <p:cNvPicPr>
            <a:picLocks noChangeAspect="1"/>
          </p:cNvPicPr>
          <p:nvPr userDrawn="1"/>
        </p:nvPicPr>
        <p:blipFill>
          <a:blip>
            <a:extLst>
              <a:ext uri="{28A0092B-C50C-407E-A947-70E740481C1C}">
                <a14:useLocalDpi xmlns:a14="http://schemas.microsoft.com/office/drawing/2010/main" val="0"/>
              </a:ext>
              <a:ext uri="{96DAC541-7B7A-43D3-8B79-37D633B846F1}">
                <asvg:svgBlip xmlns:asvg="http://schemas.microsoft.com/office/drawing/2016/SVG/main" r:embed="rId3"/>
              </a:ext>
            </a:extLst>
          </a:blip>
          <a:stretch>
            <a:fillRect/>
          </a:stretch>
        </p:blipFill>
        <p:spPr>
          <a:xfrm>
            <a:off x="612874" y="3214292"/>
            <a:ext cx="2622133" cy="1652303"/>
          </a:xfrm>
          <a:prstGeom prst="rect">
            <a:avLst/>
          </a:prstGeom>
        </p:spPr>
      </p:pic>
    </p:spTree>
    <p:extLst>
      <p:ext uri="{BB962C8B-B14F-4D97-AF65-F5344CB8AC3E}">
        <p14:creationId xmlns:p14="http://schemas.microsoft.com/office/powerpoint/2010/main" val="3279063488"/>
      </p:ext>
    </p:extLst>
  </p:cSld>
  <p:clrMapOvr>
    <a:masterClrMapping/>
  </p:clrMapOvr>
</p:sldLayout>
</file>

<file path=ppt/slideLayouts/slideLayout6.xml><?xml version="1.0" encoding="utf-8"?>
<p:sldLayout xmlns:a="http://schemas.openxmlformats.org/drawingml/2006/main" xmlns:r="http://schemas.openxmlformats.org/officeDocument/2006/relationships" xmlns:p="http://schemas.openxmlformats.org/presentationml/2006/main" preserve="1" userDrawn="1">
  <p:cSld name="TITELFOLIE nur Text Grau">
    <p:spTree>
      <p:nvGrpSpPr>
        <p:cNvPr id="1" name=""/>
        <p:cNvGrpSpPr/>
        <p:nvPr/>
      </p:nvGrpSpPr>
      <p:grpSpPr>
        <a:xfrm>
          <a:off x="0" y="0"/>
          <a:ext cx="0" cy="0"/>
          <a:chOff x="0" y="0"/>
          <a:chExt cx="0" cy="0"/>
        </a:xfrm>
      </p:grpSpPr>
      <p:sp>
        <p:nvSpPr>
          <p:cNvPr id="3" name="Titelplatzhalter 1"/>
          <p:cNvSpPr>
            <a:spLocks noGrp="1"/>
          </p:cNvSpPr>
          <p:nvPr>
            <p:ph type="title" hasCustomPrompt="1"/>
          </p:nvPr>
        </p:nvSpPr>
        <p:spPr>
          <a:xfrm>
            <a:off x="252000" y="1500740"/>
            <a:ext cx="8640000" cy="1080000"/>
          </a:xfrm>
          <a:prstGeom prst="rect">
            <a:avLst/>
          </a:prstGeom>
          <a:noFill/>
        </p:spPr>
        <p:txBody>
          <a:bodyPr vert="horz" lIns="91440" tIns="45720" rIns="91440" bIns="45720" rtlCol="0" anchor="ctr">
            <a:noAutofit/>
          </a:bodyPr>
          <a:lstStyle>
            <a:lvl1pPr algn="r">
              <a:defRPr sz="4050" baseline="0">
                <a:solidFill>
                  <a:srgbClr val="72777A"/>
                </a:solidFill>
              </a:defRPr>
            </a:lvl1pPr>
          </a:lstStyle>
          <a:p>
            <a:r>
              <a:rPr lang="de-DE" dirty="0" err="1"/>
              <a:t>Präsentations</a:t>
            </a:r>
            <a:r>
              <a:rPr lang="de-DE" dirty="0"/>
              <a:t> Titel</a:t>
            </a:r>
            <a:br>
              <a:rPr lang="de-DE" dirty="0"/>
            </a:br>
            <a:r>
              <a:rPr lang="de-DE" dirty="0"/>
              <a:t>(Arial </a:t>
            </a:r>
            <a:r>
              <a:rPr lang="de-DE" dirty="0" err="1"/>
              <a:t>Bold</a:t>
            </a:r>
            <a:r>
              <a:rPr lang="de-DE" dirty="0"/>
              <a:t>, 54pt)</a:t>
            </a:r>
            <a:endParaRPr lang="de-AT" dirty="0"/>
          </a:p>
        </p:txBody>
      </p:sp>
      <p:sp>
        <p:nvSpPr>
          <p:cNvPr id="5" name="Text Placeholder 4">
            <a:extLst>
              <a:ext uri="{FF2B5EF4-FFF2-40B4-BE49-F238E27FC236}">
                <a16:creationId xmlns:a16="http://schemas.microsoft.com/office/drawing/2014/main" id="{25A4DA91-D7A9-4048-B82C-A20ED8AA6C7D}"/>
              </a:ext>
            </a:extLst>
          </p:cNvPr>
          <p:cNvSpPr>
            <a:spLocks noGrp="1"/>
          </p:cNvSpPr>
          <p:nvPr>
            <p:ph type="body" sz="quarter" idx="10" hasCustomPrompt="1"/>
          </p:nvPr>
        </p:nvSpPr>
        <p:spPr>
          <a:xfrm>
            <a:off x="252000" y="2663034"/>
            <a:ext cx="8640000" cy="359569"/>
          </a:xfrm>
        </p:spPr>
        <p:txBody>
          <a:bodyPr wrap="square">
            <a:normAutofit/>
          </a:bodyPr>
          <a:lstStyle>
            <a:lvl1pPr marL="0" indent="0" algn="r">
              <a:buNone/>
              <a:defRPr>
                <a:solidFill>
                  <a:schemeClr val="accent1"/>
                </a:solidFill>
              </a:defRPr>
            </a:lvl1pPr>
            <a:lvl2pPr>
              <a:defRPr>
                <a:solidFill>
                  <a:schemeClr val="bg1"/>
                </a:solidFill>
                <a:highlight>
                  <a:srgbClr val="005A96"/>
                </a:highlight>
              </a:defRPr>
            </a:lvl2pPr>
            <a:lvl3pPr>
              <a:defRPr>
                <a:solidFill>
                  <a:schemeClr val="bg1"/>
                </a:solidFill>
                <a:highlight>
                  <a:srgbClr val="005A96"/>
                </a:highlight>
              </a:defRPr>
            </a:lvl3pPr>
            <a:lvl4pPr>
              <a:defRPr>
                <a:solidFill>
                  <a:schemeClr val="bg1"/>
                </a:solidFill>
                <a:highlight>
                  <a:srgbClr val="005A96"/>
                </a:highlight>
              </a:defRPr>
            </a:lvl4pPr>
            <a:lvl5pPr>
              <a:defRPr>
                <a:solidFill>
                  <a:schemeClr val="bg1"/>
                </a:solidFill>
                <a:highlight>
                  <a:srgbClr val="005A96"/>
                </a:highlight>
              </a:defRPr>
            </a:lvl5pPr>
          </a:lstStyle>
          <a:p>
            <a:pPr lvl="0"/>
            <a:r>
              <a:rPr lang="en-US" dirty="0" err="1"/>
              <a:t>Untertitel</a:t>
            </a:r>
            <a:r>
              <a:rPr lang="en-US" dirty="0"/>
              <a:t> / Autor</a:t>
            </a:r>
            <a:endParaRPr lang="en-AT" dirty="0"/>
          </a:p>
        </p:txBody>
      </p:sp>
      <p:pic>
        <p:nvPicPr>
          <p:cNvPr id="6" name="Grafik 5" descr="FH Technikum Wien - University of Applied Sciences">
            <a:extLst>
              <a:ext uri="{FF2B5EF4-FFF2-40B4-BE49-F238E27FC236}">
                <a16:creationId xmlns:a16="http://schemas.microsoft.com/office/drawing/2014/main" id="{857FD1FE-107F-4E9C-BAAF-2F91441FA806}"/>
              </a:ext>
            </a:extLst>
          </p:cNvPr>
          <p:cNvPicPr>
            <a:picLocks noChangeAspect="1"/>
          </p:cNvPicPr>
          <p:nvPr userDrawn="1"/>
        </p:nvPicPr>
        <p:blipFill>
          <a:blip>
            <a:extLst>
              <a:ext uri="{28A0092B-C50C-407E-A947-70E740481C1C}">
                <a14:useLocalDpi xmlns:a14="http://schemas.microsoft.com/office/drawing/2010/main" val="0"/>
              </a:ext>
              <a:ext uri="{96DAC541-7B7A-43D3-8B79-37D633B846F1}">
                <asvg:svgBlip xmlns:asvg="http://schemas.microsoft.com/office/drawing/2016/SVG/main" r:embed="rId2"/>
              </a:ext>
            </a:extLst>
          </a:blip>
          <a:stretch>
            <a:fillRect/>
          </a:stretch>
        </p:blipFill>
        <p:spPr>
          <a:xfrm>
            <a:off x="-88826" y="3208647"/>
            <a:ext cx="3242514" cy="2043228"/>
          </a:xfrm>
          <a:prstGeom prst="rect">
            <a:avLst/>
          </a:prstGeom>
        </p:spPr>
      </p:pic>
    </p:spTree>
    <p:extLst>
      <p:ext uri="{BB962C8B-B14F-4D97-AF65-F5344CB8AC3E}">
        <p14:creationId xmlns:p14="http://schemas.microsoft.com/office/powerpoint/2010/main" val="3687007298"/>
      </p:ext>
    </p:extLst>
  </p:cSld>
  <p:clrMapOvr>
    <a:masterClrMapping/>
  </p:clrMapOvr>
</p:sldLayout>
</file>

<file path=ppt/slideLayouts/slideLayout7.xml><?xml version="1.0" encoding="utf-8"?>
<p:sldLayout xmlns:a="http://schemas.openxmlformats.org/drawingml/2006/main" xmlns:r="http://schemas.openxmlformats.org/officeDocument/2006/relationships" xmlns:p="http://schemas.openxmlformats.org/presentationml/2006/main" preserve="1" userDrawn="1">
  <p:cSld name="TITELFOLIE nur Text Blau">
    <p:spTree>
      <p:nvGrpSpPr>
        <p:cNvPr id="1" name=""/>
        <p:cNvGrpSpPr/>
        <p:nvPr/>
      </p:nvGrpSpPr>
      <p:grpSpPr>
        <a:xfrm>
          <a:off x="0" y="0"/>
          <a:ext cx="0" cy="0"/>
          <a:chOff x="0" y="0"/>
          <a:chExt cx="0" cy="0"/>
        </a:xfrm>
      </p:grpSpPr>
      <p:sp>
        <p:nvSpPr>
          <p:cNvPr id="3" name="Titelplatzhalter 1"/>
          <p:cNvSpPr>
            <a:spLocks noGrp="1"/>
          </p:cNvSpPr>
          <p:nvPr>
            <p:ph type="title" hasCustomPrompt="1"/>
          </p:nvPr>
        </p:nvSpPr>
        <p:spPr>
          <a:xfrm>
            <a:off x="252000" y="1499456"/>
            <a:ext cx="8640000" cy="1080000"/>
          </a:xfrm>
          <a:prstGeom prst="rect">
            <a:avLst/>
          </a:prstGeom>
          <a:noFill/>
        </p:spPr>
        <p:txBody>
          <a:bodyPr vert="horz" lIns="91440" tIns="45720" rIns="91440" bIns="45720" rtlCol="0" anchor="ctr">
            <a:noAutofit/>
          </a:bodyPr>
          <a:lstStyle>
            <a:lvl1pPr algn="r">
              <a:defRPr sz="4050" baseline="0">
                <a:solidFill>
                  <a:srgbClr val="005A96"/>
                </a:solidFill>
              </a:defRPr>
            </a:lvl1pPr>
          </a:lstStyle>
          <a:p>
            <a:r>
              <a:rPr lang="de-DE" dirty="0" err="1"/>
              <a:t>Präsentations</a:t>
            </a:r>
            <a:r>
              <a:rPr lang="de-DE" dirty="0"/>
              <a:t> Titel</a:t>
            </a:r>
            <a:br>
              <a:rPr lang="de-DE" dirty="0"/>
            </a:br>
            <a:r>
              <a:rPr lang="de-DE" dirty="0"/>
              <a:t>(Arial </a:t>
            </a:r>
            <a:r>
              <a:rPr lang="de-DE" dirty="0" err="1"/>
              <a:t>Bold</a:t>
            </a:r>
            <a:r>
              <a:rPr lang="de-DE" dirty="0"/>
              <a:t>, 54pt)</a:t>
            </a:r>
            <a:endParaRPr lang="de-AT" dirty="0"/>
          </a:p>
        </p:txBody>
      </p:sp>
      <p:sp>
        <p:nvSpPr>
          <p:cNvPr id="5" name="Text Placeholder 4">
            <a:extLst>
              <a:ext uri="{FF2B5EF4-FFF2-40B4-BE49-F238E27FC236}">
                <a16:creationId xmlns:a16="http://schemas.microsoft.com/office/drawing/2014/main" id="{509247A6-7FA5-4C70-B8D4-64482CCCCA0A}"/>
              </a:ext>
            </a:extLst>
          </p:cNvPr>
          <p:cNvSpPr>
            <a:spLocks noGrp="1"/>
          </p:cNvSpPr>
          <p:nvPr>
            <p:ph type="body" sz="quarter" idx="10" hasCustomPrompt="1"/>
          </p:nvPr>
        </p:nvSpPr>
        <p:spPr>
          <a:xfrm>
            <a:off x="252000" y="2659502"/>
            <a:ext cx="8640000" cy="359569"/>
          </a:xfrm>
        </p:spPr>
        <p:txBody>
          <a:bodyPr wrap="square">
            <a:normAutofit/>
          </a:bodyPr>
          <a:lstStyle>
            <a:lvl1pPr marL="0" indent="0" algn="r">
              <a:buNone/>
              <a:defRPr>
                <a:solidFill>
                  <a:srgbClr val="005A96"/>
                </a:solidFill>
              </a:defRPr>
            </a:lvl1pPr>
            <a:lvl2pPr>
              <a:defRPr>
                <a:solidFill>
                  <a:schemeClr val="bg1"/>
                </a:solidFill>
                <a:highlight>
                  <a:srgbClr val="005A96"/>
                </a:highlight>
              </a:defRPr>
            </a:lvl2pPr>
            <a:lvl3pPr>
              <a:defRPr>
                <a:solidFill>
                  <a:schemeClr val="bg1"/>
                </a:solidFill>
                <a:highlight>
                  <a:srgbClr val="005A96"/>
                </a:highlight>
              </a:defRPr>
            </a:lvl3pPr>
            <a:lvl4pPr>
              <a:defRPr>
                <a:solidFill>
                  <a:schemeClr val="bg1"/>
                </a:solidFill>
                <a:highlight>
                  <a:srgbClr val="005A96"/>
                </a:highlight>
              </a:defRPr>
            </a:lvl4pPr>
            <a:lvl5pPr>
              <a:defRPr>
                <a:solidFill>
                  <a:schemeClr val="bg1"/>
                </a:solidFill>
                <a:highlight>
                  <a:srgbClr val="005A96"/>
                </a:highlight>
              </a:defRPr>
            </a:lvl5pPr>
          </a:lstStyle>
          <a:p>
            <a:pPr lvl="0"/>
            <a:r>
              <a:rPr lang="en-US" dirty="0" err="1"/>
              <a:t>Untertitel</a:t>
            </a:r>
            <a:r>
              <a:rPr lang="en-US" dirty="0"/>
              <a:t> / Autor</a:t>
            </a:r>
            <a:endParaRPr lang="en-AT" dirty="0"/>
          </a:p>
        </p:txBody>
      </p:sp>
      <p:pic>
        <p:nvPicPr>
          <p:cNvPr id="6" name="Grafik 5" descr="FH Technikum Wien - University of Applied Sciences">
            <a:extLst>
              <a:ext uri="{FF2B5EF4-FFF2-40B4-BE49-F238E27FC236}">
                <a16:creationId xmlns:a16="http://schemas.microsoft.com/office/drawing/2014/main" id="{6501A466-0610-40A9-AB61-914300F4FEB1}"/>
              </a:ext>
            </a:extLst>
          </p:cNvPr>
          <p:cNvPicPr>
            <a:picLocks noChangeAspect="1"/>
          </p:cNvPicPr>
          <p:nvPr userDrawn="1"/>
        </p:nvPicPr>
        <p:blipFill>
          <a:blip>
            <a:extLst>
              <a:ext uri="{28A0092B-C50C-407E-A947-70E740481C1C}">
                <a14:useLocalDpi xmlns:a14="http://schemas.microsoft.com/office/drawing/2010/main" val="0"/>
              </a:ext>
              <a:ext uri="{96DAC541-7B7A-43D3-8B79-37D633B846F1}">
                <asvg:svgBlip xmlns:asvg="http://schemas.microsoft.com/office/drawing/2016/SVG/main" r:embed="rId2"/>
              </a:ext>
            </a:extLst>
          </a:blip>
          <a:stretch>
            <a:fillRect/>
          </a:stretch>
        </p:blipFill>
        <p:spPr>
          <a:xfrm>
            <a:off x="-111312" y="3186162"/>
            <a:ext cx="3242514" cy="2043228"/>
          </a:xfrm>
          <a:prstGeom prst="rect">
            <a:avLst/>
          </a:prstGeom>
        </p:spPr>
      </p:pic>
    </p:spTree>
    <p:extLst>
      <p:ext uri="{BB962C8B-B14F-4D97-AF65-F5344CB8AC3E}">
        <p14:creationId xmlns:p14="http://schemas.microsoft.com/office/powerpoint/2010/main" val="2993908340"/>
      </p:ext>
    </p:extLst>
  </p:cSld>
  <p:clrMapOvr>
    <a:masterClrMapping/>
  </p:clrMapOvr>
</p:sldLayout>
</file>

<file path=ppt/slideLayouts/slideLayout8.xml><?xml version="1.0" encoding="utf-8"?>
<p:sldLayout xmlns:a="http://schemas.openxmlformats.org/drawingml/2006/main" xmlns:r="http://schemas.openxmlformats.org/officeDocument/2006/relationships" xmlns:p="http://schemas.openxmlformats.org/presentationml/2006/main" preserve="1" userDrawn="1">
  <p:cSld name="INHALTSFOLIE 01 Weiß">
    <p:spTree>
      <p:nvGrpSpPr>
        <p:cNvPr id="1" name=""/>
        <p:cNvGrpSpPr/>
        <p:nvPr/>
      </p:nvGrpSpPr>
      <p:grpSpPr>
        <a:xfrm>
          <a:off x="0" y="0"/>
          <a:ext cx="0" cy="0"/>
          <a:chOff x="0" y="0"/>
          <a:chExt cx="0" cy="0"/>
        </a:xfrm>
      </p:grpSpPr>
      <p:sp>
        <p:nvSpPr>
          <p:cNvPr id="23" name="Titelplatzhalter 1"/>
          <p:cNvSpPr>
            <a:spLocks noGrp="1"/>
          </p:cNvSpPr>
          <p:nvPr>
            <p:ph type="title" hasCustomPrompt="1"/>
          </p:nvPr>
        </p:nvSpPr>
        <p:spPr>
          <a:xfrm>
            <a:off x="180000" y="114303"/>
            <a:ext cx="8775320" cy="439153"/>
          </a:xfrm>
          <a:prstGeom prst="rect">
            <a:avLst/>
          </a:prstGeom>
        </p:spPr>
        <p:txBody>
          <a:bodyPr vert="horz" lIns="91440" tIns="45720" rIns="91440" bIns="45720" rtlCol="0" anchor="t">
            <a:normAutofit/>
          </a:bodyPr>
          <a:lstStyle>
            <a:lvl1pPr>
              <a:defRPr baseline="0">
                <a:solidFill>
                  <a:schemeClr val="tx1"/>
                </a:solidFill>
              </a:defRPr>
            </a:lvl1pPr>
          </a:lstStyle>
          <a:p>
            <a:r>
              <a:rPr lang="de-DE" dirty="0"/>
              <a:t>Folien Überschrift 1 (Arial </a:t>
            </a:r>
            <a:r>
              <a:rPr lang="de-DE" dirty="0" err="1"/>
              <a:t>Bold</a:t>
            </a:r>
            <a:r>
              <a:rPr lang="de-DE" dirty="0"/>
              <a:t>, 36pt)</a:t>
            </a:r>
            <a:br>
              <a:rPr lang="de-DE" dirty="0"/>
            </a:br>
            <a:endParaRPr lang="de-AT" dirty="0"/>
          </a:p>
        </p:txBody>
      </p:sp>
      <p:sp>
        <p:nvSpPr>
          <p:cNvPr id="3" name="Textplatzhalter 2">
            <a:extLst>
              <a:ext uri="{FF2B5EF4-FFF2-40B4-BE49-F238E27FC236}">
                <a16:creationId xmlns:a16="http://schemas.microsoft.com/office/drawing/2014/main" id="{926306D8-CDF4-4F2E-9FBD-C5E3FF89EA62}"/>
              </a:ext>
            </a:extLst>
          </p:cNvPr>
          <p:cNvSpPr>
            <a:spLocks noGrp="1"/>
          </p:cNvSpPr>
          <p:nvPr>
            <p:ph type="body" sz="quarter" idx="14"/>
          </p:nvPr>
        </p:nvSpPr>
        <p:spPr>
          <a:xfrm>
            <a:off x="180001" y="607500"/>
            <a:ext cx="8775319" cy="4050000"/>
          </a:xfrm>
        </p:spPr>
        <p:txBody>
          <a:bodyPr/>
          <a:lstStyle/>
          <a:p>
            <a:pPr lvl="0"/>
            <a:r>
              <a:rPr lang="de-DE"/>
              <a:t>Mastertextformat bearbeiten</a:t>
            </a:r>
          </a:p>
          <a:p>
            <a:pPr lvl="1"/>
            <a:r>
              <a:rPr lang="de-DE"/>
              <a:t>Zweite Ebene</a:t>
            </a:r>
          </a:p>
          <a:p>
            <a:pPr lvl="2"/>
            <a:r>
              <a:rPr lang="de-DE"/>
              <a:t>Dritte Ebene</a:t>
            </a:r>
          </a:p>
          <a:p>
            <a:pPr lvl="3"/>
            <a:r>
              <a:rPr lang="de-DE"/>
              <a:t>Vierte Ebene</a:t>
            </a:r>
          </a:p>
          <a:p>
            <a:pPr lvl="4"/>
            <a:r>
              <a:rPr lang="de-DE"/>
              <a:t>Fünfte Ebene</a:t>
            </a:r>
            <a:endParaRPr lang="de-AT" dirty="0"/>
          </a:p>
        </p:txBody>
      </p:sp>
      <p:cxnSp>
        <p:nvCxnSpPr>
          <p:cNvPr id="10" name="Gerader Verbinder 9">
            <a:extLst>
              <a:ext uri="{C183D7F6-B498-43B3-948B-1728B52AA6E4}">
                <adec:decorative xmlns:adec="http://schemas.microsoft.com/office/drawing/2017/decorative" val="1"/>
              </a:ext>
            </a:extLst>
          </p:cNvPr>
          <p:cNvCxnSpPr/>
          <p:nvPr userDrawn="1"/>
        </p:nvCxnSpPr>
        <p:spPr>
          <a:xfrm>
            <a:off x="8555052" y="4767638"/>
            <a:ext cx="0" cy="333633"/>
          </a:xfrm>
          <a:prstGeom prst="line">
            <a:avLst/>
          </a:prstGeom>
          <a:ln w="12700">
            <a:solidFill>
              <a:schemeClr val="bg1">
                <a:lumMod val="65000"/>
              </a:schemeClr>
            </a:solidFill>
          </a:ln>
        </p:spPr>
        <p:style>
          <a:lnRef idx="1">
            <a:schemeClr val="accent1"/>
          </a:lnRef>
          <a:fillRef idx="0">
            <a:schemeClr val="accent1"/>
          </a:fillRef>
          <a:effectRef idx="0">
            <a:schemeClr val="accent1"/>
          </a:effectRef>
          <a:fontRef idx="minor">
            <a:schemeClr val="tx1"/>
          </a:fontRef>
        </p:style>
      </p:cxnSp>
      <p:cxnSp>
        <p:nvCxnSpPr>
          <p:cNvPr id="24" name="Gerader Verbinder 23">
            <a:extLst>
              <a:ext uri="{C183D7F6-B498-43B3-948B-1728B52AA6E4}">
                <adec:decorative xmlns:adec="http://schemas.microsoft.com/office/drawing/2017/decorative" val="1"/>
              </a:ext>
            </a:extLst>
          </p:cNvPr>
          <p:cNvCxnSpPr/>
          <p:nvPr userDrawn="1"/>
        </p:nvCxnSpPr>
        <p:spPr>
          <a:xfrm>
            <a:off x="0" y="4737152"/>
            <a:ext cx="9144000" cy="0"/>
          </a:xfrm>
          <a:prstGeom prst="line">
            <a:avLst/>
          </a:prstGeom>
          <a:ln w="12700">
            <a:solidFill>
              <a:srgbClr val="72777A"/>
            </a:solidFill>
          </a:ln>
        </p:spPr>
        <p:style>
          <a:lnRef idx="1">
            <a:schemeClr val="accent1"/>
          </a:lnRef>
          <a:fillRef idx="0">
            <a:schemeClr val="accent1"/>
          </a:fillRef>
          <a:effectRef idx="0">
            <a:schemeClr val="accent1"/>
          </a:effectRef>
          <a:fontRef idx="minor">
            <a:schemeClr val="tx1"/>
          </a:fontRef>
        </p:style>
      </p:cxnSp>
      <p:sp>
        <p:nvSpPr>
          <p:cNvPr id="11" name="Fußzeilenplatzhalter 10">
            <a:extLst>
              <a:ext uri="{FF2B5EF4-FFF2-40B4-BE49-F238E27FC236}">
                <a16:creationId xmlns:a16="http://schemas.microsoft.com/office/drawing/2014/main" id="{6A27FB59-6516-4608-814D-69599966B78B}"/>
              </a:ext>
              <a:ext uri="{C183D7F6-B498-43B3-948B-1728B52AA6E4}">
                <adec:decorative xmlns:adec="http://schemas.microsoft.com/office/drawing/2017/decorative" val="1"/>
              </a:ext>
            </a:extLst>
          </p:cNvPr>
          <p:cNvSpPr>
            <a:spLocks noGrp="1"/>
          </p:cNvSpPr>
          <p:nvPr>
            <p:ph type="ftr" sz="quarter" idx="12"/>
          </p:nvPr>
        </p:nvSpPr>
        <p:spPr/>
        <p:txBody>
          <a:bodyPr/>
          <a:lstStyle/>
          <a:p>
            <a:r>
              <a:rPr lang="en-GB"/>
              <a:t>Präsentationstitel | Name | Datum</a:t>
            </a:r>
            <a:endParaRPr lang="en-GB" dirty="0"/>
          </a:p>
        </p:txBody>
      </p:sp>
      <p:sp>
        <p:nvSpPr>
          <p:cNvPr id="13" name="Foliennummernplatzhalter 12">
            <a:extLst>
              <a:ext uri="{FF2B5EF4-FFF2-40B4-BE49-F238E27FC236}">
                <a16:creationId xmlns:a16="http://schemas.microsoft.com/office/drawing/2014/main" id="{E27BF722-F8E8-4DC1-892E-9949A7422027}"/>
              </a:ext>
              <a:ext uri="{C183D7F6-B498-43B3-948B-1728B52AA6E4}">
                <adec:decorative xmlns:adec="http://schemas.microsoft.com/office/drawing/2017/decorative" val="1"/>
              </a:ext>
            </a:extLst>
          </p:cNvPr>
          <p:cNvSpPr>
            <a:spLocks noGrp="1"/>
          </p:cNvSpPr>
          <p:nvPr>
            <p:ph type="sldNum" sz="quarter" idx="13"/>
          </p:nvPr>
        </p:nvSpPr>
        <p:spPr/>
        <p:txBody>
          <a:bodyPr/>
          <a:lstStyle/>
          <a:p>
            <a:fld id="{9C057DB4-583E-41A7-BD94-987342018C17}" type="slidenum">
              <a:rPr lang="en-GB" smtClean="0"/>
              <a:pPr/>
              <a:t>‹Nr.›</a:t>
            </a:fld>
            <a:endParaRPr lang="en-GB" dirty="0"/>
          </a:p>
        </p:txBody>
      </p:sp>
      <p:pic>
        <p:nvPicPr>
          <p:cNvPr id="9" name="Grafik 8">
            <a:extLst>
              <a:ext uri="{FF2B5EF4-FFF2-40B4-BE49-F238E27FC236}">
                <a16:creationId xmlns:a16="http://schemas.microsoft.com/office/drawing/2014/main" id="{585D0149-746E-4803-A83D-AA7F099F90FA}"/>
              </a:ext>
              <a:ext uri="{C183D7F6-B498-43B3-948B-1728B52AA6E4}">
                <adec:decorative xmlns:adec="http://schemas.microsoft.com/office/drawing/2017/decorative" val="1"/>
              </a:ext>
            </a:extLst>
          </p:cNvPr>
          <p:cNvPicPr>
            <a:picLocks noChangeAspect="1"/>
          </p:cNvPicPr>
          <p:nvPr userDrawn="1"/>
        </p:nvPicPr>
        <p:blipFill>
          <a:blip cstate="print">
            <a:extLst>
              <a:ext uri="{28A0092B-C50C-407E-A947-70E740481C1C}">
                <a14:useLocalDpi xmlns:a14="http://schemas.microsoft.com/office/drawing/2010/main" val="0"/>
              </a:ext>
              <a:ext uri="{96DAC541-7B7A-43D3-8B79-37D633B846F1}">
                <asvg:svgBlip xmlns:asvg="http://schemas.microsoft.com/office/drawing/2016/SVG/main" r:embed="rId2"/>
              </a:ext>
            </a:extLst>
          </a:blip>
          <a:stretch>
            <a:fillRect/>
          </a:stretch>
        </p:blipFill>
        <p:spPr>
          <a:xfrm>
            <a:off x="0" y="4704300"/>
            <a:ext cx="696991" cy="439200"/>
          </a:xfrm>
          <a:prstGeom prst="rect">
            <a:avLst/>
          </a:prstGeom>
        </p:spPr>
      </p:pic>
    </p:spTree>
    <p:extLst>
      <p:ext uri="{BB962C8B-B14F-4D97-AF65-F5344CB8AC3E}">
        <p14:creationId xmlns:p14="http://schemas.microsoft.com/office/powerpoint/2010/main" val="52649224"/>
      </p:ext>
    </p:extLst>
  </p:cSld>
  <p:clrMapOvr>
    <a:masterClrMapping/>
  </p:clrMapOvr>
</p:sldLayout>
</file>

<file path=ppt/slideLayouts/slideLayout9.xml><?xml version="1.0" encoding="utf-8"?>
<p:sldLayout xmlns:a="http://schemas.openxmlformats.org/drawingml/2006/main" xmlns:r="http://schemas.openxmlformats.org/officeDocument/2006/relationships" xmlns:p="http://schemas.openxmlformats.org/presentationml/2006/main" preserve="1" userDrawn="1">
  <p:cSld name="INHALTSFOLIE 02 Weiß">
    <p:spTree>
      <p:nvGrpSpPr>
        <p:cNvPr id="1" name=""/>
        <p:cNvGrpSpPr/>
        <p:nvPr/>
      </p:nvGrpSpPr>
      <p:grpSpPr>
        <a:xfrm>
          <a:off x="0" y="0"/>
          <a:ext cx="0" cy="0"/>
          <a:chOff x="0" y="0"/>
          <a:chExt cx="0" cy="0"/>
        </a:xfrm>
      </p:grpSpPr>
      <p:sp>
        <p:nvSpPr>
          <p:cNvPr id="23" name="Titelplatzhalter 1"/>
          <p:cNvSpPr>
            <a:spLocks noGrp="1"/>
          </p:cNvSpPr>
          <p:nvPr>
            <p:ph type="title" hasCustomPrompt="1"/>
          </p:nvPr>
        </p:nvSpPr>
        <p:spPr>
          <a:xfrm>
            <a:off x="180000" y="114303"/>
            <a:ext cx="8784000" cy="439153"/>
          </a:xfrm>
          <a:prstGeom prst="rect">
            <a:avLst/>
          </a:prstGeom>
        </p:spPr>
        <p:txBody>
          <a:bodyPr vert="horz" lIns="91440" tIns="45720" rIns="91440" bIns="45720" rtlCol="0" anchor="t">
            <a:normAutofit/>
          </a:bodyPr>
          <a:lstStyle>
            <a:lvl1pPr>
              <a:defRPr baseline="0">
                <a:solidFill>
                  <a:schemeClr val="tx1"/>
                </a:solidFill>
              </a:defRPr>
            </a:lvl1pPr>
          </a:lstStyle>
          <a:p>
            <a:r>
              <a:rPr lang="de-DE" dirty="0"/>
              <a:t>Folien Überschrift 1 (Arial </a:t>
            </a:r>
            <a:r>
              <a:rPr lang="de-DE" dirty="0" err="1"/>
              <a:t>Bold</a:t>
            </a:r>
            <a:r>
              <a:rPr lang="de-DE" dirty="0"/>
              <a:t>, 36pt)</a:t>
            </a:r>
            <a:br>
              <a:rPr lang="de-DE" dirty="0"/>
            </a:br>
            <a:endParaRPr lang="de-AT" dirty="0"/>
          </a:p>
        </p:txBody>
      </p:sp>
      <p:sp>
        <p:nvSpPr>
          <p:cNvPr id="3" name="Textplatzhalter 2">
            <a:extLst>
              <a:ext uri="{FF2B5EF4-FFF2-40B4-BE49-F238E27FC236}">
                <a16:creationId xmlns:a16="http://schemas.microsoft.com/office/drawing/2014/main" id="{9F491F86-EE9A-4115-A727-4BDFC52E9017}"/>
              </a:ext>
            </a:extLst>
          </p:cNvPr>
          <p:cNvSpPr>
            <a:spLocks noGrp="1"/>
          </p:cNvSpPr>
          <p:nvPr>
            <p:ph type="body" sz="quarter" idx="15"/>
          </p:nvPr>
        </p:nvSpPr>
        <p:spPr>
          <a:xfrm>
            <a:off x="179388" y="607500"/>
            <a:ext cx="4320000" cy="4050000"/>
          </a:xfrm>
        </p:spPr>
        <p:txBody>
          <a:bodyPr/>
          <a:lstStyle/>
          <a:p>
            <a:pPr lvl="0"/>
            <a:r>
              <a:rPr lang="de-DE"/>
              <a:t>Mastertextformat bearbeiten</a:t>
            </a:r>
          </a:p>
          <a:p>
            <a:pPr lvl="1"/>
            <a:r>
              <a:rPr lang="de-DE"/>
              <a:t>Zweite Ebene</a:t>
            </a:r>
          </a:p>
          <a:p>
            <a:pPr lvl="2"/>
            <a:r>
              <a:rPr lang="de-DE"/>
              <a:t>Dritte Ebene</a:t>
            </a:r>
          </a:p>
          <a:p>
            <a:pPr lvl="3"/>
            <a:r>
              <a:rPr lang="de-DE"/>
              <a:t>Vierte Ebene</a:t>
            </a:r>
          </a:p>
          <a:p>
            <a:pPr lvl="4"/>
            <a:r>
              <a:rPr lang="de-DE"/>
              <a:t>Fünfte Ebene</a:t>
            </a:r>
            <a:endParaRPr lang="de-AT" dirty="0"/>
          </a:p>
        </p:txBody>
      </p:sp>
      <p:sp>
        <p:nvSpPr>
          <p:cNvPr id="12" name="Textplatzhalter 2">
            <a:extLst>
              <a:ext uri="{FF2B5EF4-FFF2-40B4-BE49-F238E27FC236}">
                <a16:creationId xmlns:a16="http://schemas.microsoft.com/office/drawing/2014/main" id="{A54ADA3D-EE1E-4DDD-A462-1405A7DF6ACF}"/>
              </a:ext>
            </a:extLst>
          </p:cNvPr>
          <p:cNvSpPr>
            <a:spLocks noGrp="1"/>
          </p:cNvSpPr>
          <p:nvPr>
            <p:ph type="body" sz="quarter" idx="16"/>
          </p:nvPr>
        </p:nvSpPr>
        <p:spPr>
          <a:xfrm>
            <a:off x="4644614" y="607500"/>
            <a:ext cx="4320000" cy="4050000"/>
          </a:xfrm>
        </p:spPr>
        <p:txBody>
          <a:bodyPr/>
          <a:lstStyle/>
          <a:p>
            <a:pPr lvl="0"/>
            <a:r>
              <a:rPr lang="de-DE"/>
              <a:t>Mastertextformat bearbeiten</a:t>
            </a:r>
          </a:p>
          <a:p>
            <a:pPr lvl="1"/>
            <a:r>
              <a:rPr lang="de-DE"/>
              <a:t>Zweite Ebene</a:t>
            </a:r>
          </a:p>
          <a:p>
            <a:pPr lvl="2"/>
            <a:r>
              <a:rPr lang="de-DE"/>
              <a:t>Dritte Ebene</a:t>
            </a:r>
          </a:p>
          <a:p>
            <a:pPr lvl="3"/>
            <a:r>
              <a:rPr lang="de-DE"/>
              <a:t>Vierte Ebene</a:t>
            </a:r>
          </a:p>
          <a:p>
            <a:pPr lvl="4"/>
            <a:r>
              <a:rPr lang="de-DE"/>
              <a:t>Fünfte Ebene</a:t>
            </a:r>
            <a:endParaRPr lang="de-AT" dirty="0"/>
          </a:p>
        </p:txBody>
      </p:sp>
      <p:cxnSp>
        <p:nvCxnSpPr>
          <p:cNvPr id="24" name="Gerader Verbinder 23">
            <a:extLst>
              <a:ext uri="{C183D7F6-B498-43B3-948B-1728B52AA6E4}">
                <adec:decorative xmlns:adec="http://schemas.microsoft.com/office/drawing/2017/decorative" val="1"/>
              </a:ext>
            </a:extLst>
          </p:cNvPr>
          <p:cNvCxnSpPr/>
          <p:nvPr userDrawn="1"/>
        </p:nvCxnSpPr>
        <p:spPr>
          <a:xfrm>
            <a:off x="0" y="4729447"/>
            <a:ext cx="9144000" cy="0"/>
          </a:xfrm>
          <a:prstGeom prst="line">
            <a:avLst/>
          </a:prstGeom>
          <a:ln w="12700">
            <a:solidFill>
              <a:srgbClr val="72777A"/>
            </a:solidFill>
          </a:ln>
        </p:spPr>
        <p:style>
          <a:lnRef idx="1">
            <a:schemeClr val="accent1"/>
          </a:lnRef>
          <a:fillRef idx="0">
            <a:schemeClr val="accent1"/>
          </a:fillRef>
          <a:effectRef idx="0">
            <a:schemeClr val="accent1"/>
          </a:effectRef>
          <a:fontRef idx="minor">
            <a:schemeClr val="tx1"/>
          </a:fontRef>
        </p:style>
      </p:cxnSp>
      <p:cxnSp>
        <p:nvCxnSpPr>
          <p:cNvPr id="13" name="Gerader Verbinder 12">
            <a:extLst>
              <a:ext uri="{C183D7F6-B498-43B3-948B-1728B52AA6E4}">
                <adec:decorative xmlns:adec="http://schemas.microsoft.com/office/drawing/2017/decorative" val="1"/>
              </a:ext>
            </a:extLst>
          </p:cNvPr>
          <p:cNvCxnSpPr/>
          <p:nvPr userDrawn="1"/>
        </p:nvCxnSpPr>
        <p:spPr>
          <a:xfrm>
            <a:off x="8555052" y="4767638"/>
            <a:ext cx="0" cy="333633"/>
          </a:xfrm>
          <a:prstGeom prst="line">
            <a:avLst/>
          </a:prstGeom>
          <a:ln w="12700">
            <a:solidFill>
              <a:schemeClr val="bg1">
                <a:lumMod val="65000"/>
              </a:schemeClr>
            </a:solidFill>
          </a:ln>
        </p:spPr>
        <p:style>
          <a:lnRef idx="1">
            <a:schemeClr val="accent1"/>
          </a:lnRef>
          <a:fillRef idx="0">
            <a:schemeClr val="accent1"/>
          </a:fillRef>
          <a:effectRef idx="0">
            <a:schemeClr val="accent1"/>
          </a:effectRef>
          <a:fontRef idx="minor">
            <a:schemeClr val="tx1"/>
          </a:fontRef>
        </p:style>
      </p:cxnSp>
      <p:sp>
        <p:nvSpPr>
          <p:cNvPr id="5" name="Fußzeilenplatzhalter 4">
            <a:extLst>
              <a:ext uri="{FF2B5EF4-FFF2-40B4-BE49-F238E27FC236}">
                <a16:creationId xmlns:a16="http://schemas.microsoft.com/office/drawing/2014/main" id="{6379EACA-542A-420D-9102-D87CB5A1169C}"/>
              </a:ext>
              <a:ext uri="{C183D7F6-B498-43B3-948B-1728B52AA6E4}">
                <adec:decorative xmlns:adec="http://schemas.microsoft.com/office/drawing/2017/decorative" val="1"/>
              </a:ext>
            </a:extLst>
          </p:cNvPr>
          <p:cNvSpPr>
            <a:spLocks noGrp="1"/>
          </p:cNvSpPr>
          <p:nvPr>
            <p:ph type="ftr" sz="quarter" idx="13"/>
          </p:nvPr>
        </p:nvSpPr>
        <p:spPr/>
        <p:txBody>
          <a:bodyPr/>
          <a:lstStyle/>
          <a:p>
            <a:r>
              <a:rPr lang="en-GB"/>
              <a:t>Präsentationstitel | Name | Datum</a:t>
            </a:r>
            <a:endParaRPr lang="en-GB" dirty="0"/>
          </a:p>
        </p:txBody>
      </p:sp>
      <p:sp>
        <p:nvSpPr>
          <p:cNvPr id="6" name="Foliennummernplatzhalter 5">
            <a:extLst>
              <a:ext uri="{FF2B5EF4-FFF2-40B4-BE49-F238E27FC236}">
                <a16:creationId xmlns:a16="http://schemas.microsoft.com/office/drawing/2014/main" id="{3EEBB329-097D-444A-8D3F-2D2FDAAC49F8}"/>
              </a:ext>
              <a:ext uri="{C183D7F6-B498-43B3-948B-1728B52AA6E4}">
                <adec:decorative xmlns:adec="http://schemas.microsoft.com/office/drawing/2017/decorative" val="1"/>
              </a:ext>
            </a:extLst>
          </p:cNvPr>
          <p:cNvSpPr>
            <a:spLocks noGrp="1"/>
          </p:cNvSpPr>
          <p:nvPr>
            <p:ph type="sldNum" sz="quarter" idx="14"/>
          </p:nvPr>
        </p:nvSpPr>
        <p:spPr/>
        <p:txBody>
          <a:bodyPr/>
          <a:lstStyle/>
          <a:p>
            <a:fld id="{9C057DB4-583E-41A7-BD94-987342018C17}" type="slidenum">
              <a:rPr lang="en-GB" smtClean="0"/>
              <a:pPr/>
              <a:t>‹Nr.›</a:t>
            </a:fld>
            <a:endParaRPr lang="en-GB" dirty="0"/>
          </a:p>
        </p:txBody>
      </p:sp>
      <p:pic>
        <p:nvPicPr>
          <p:cNvPr id="10" name="Grafik 9">
            <a:extLst>
              <a:ext uri="{FF2B5EF4-FFF2-40B4-BE49-F238E27FC236}">
                <a16:creationId xmlns:a16="http://schemas.microsoft.com/office/drawing/2014/main" id="{5395CAF2-D757-4B2C-A53F-C65EB56E59BE}"/>
              </a:ext>
              <a:ext uri="{C183D7F6-B498-43B3-948B-1728B52AA6E4}">
                <adec:decorative xmlns:adec="http://schemas.microsoft.com/office/drawing/2017/decorative" val="1"/>
              </a:ext>
            </a:extLst>
          </p:cNvPr>
          <p:cNvPicPr>
            <a:picLocks noChangeAspect="1"/>
          </p:cNvPicPr>
          <p:nvPr userDrawn="1"/>
        </p:nvPicPr>
        <p:blipFill>
          <a:blip cstate="print">
            <a:extLst>
              <a:ext uri="{28A0092B-C50C-407E-A947-70E740481C1C}">
                <a14:useLocalDpi xmlns:a14="http://schemas.microsoft.com/office/drawing/2010/main" val="0"/>
              </a:ext>
              <a:ext uri="{96DAC541-7B7A-43D3-8B79-37D633B846F1}">
                <asvg:svgBlip xmlns:asvg="http://schemas.microsoft.com/office/drawing/2016/SVG/main" r:embed="rId2"/>
              </a:ext>
            </a:extLst>
          </a:blip>
          <a:stretch>
            <a:fillRect/>
          </a:stretch>
        </p:blipFill>
        <p:spPr>
          <a:xfrm>
            <a:off x="0" y="4704300"/>
            <a:ext cx="696991" cy="439200"/>
          </a:xfrm>
          <a:prstGeom prst="rect">
            <a:avLst/>
          </a:prstGeom>
        </p:spPr>
      </p:pic>
    </p:spTree>
    <p:extLst>
      <p:ext uri="{BB962C8B-B14F-4D97-AF65-F5344CB8AC3E}">
        <p14:creationId xmlns:p14="http://schemas.microsoft.com/office/powerpoint/2010/main" val="2915513310"/>
      </p:ext>
    </p:extLst>
  </p:cSld>
  <p:clrMapOvr>
    <a:masterClrMapping/>
  </p:clrMapOvr>
</p:sldLayout>
</file>

<file path=ppt/slideLayouts/slideLayout10.xml><?xml version="1.0" encoding="utf-8"?>
<p:sldLayout xmlns:a="http://schemas.openxmlformats.org/drawingml/2006/main" xmlns:r="http://schemas.openxmlformats.org/officeDocument/2006/relationships" xmlns:p="http://schemas.openxmlformats.org/presentationml/2006/main" preserve="1" userDrawn="1">
  <p:cSld name="INHALTSFOLIE 01 Grau">
    <p:spTree>
      <p:nvGrpSpPr>
        <p:cNvPr id="1" name=""/>
        <p:cNvGrpSpPr/>
        <p:nvPr/>
      </p:nvGrpSpPr>
      <p:grpSpPr>
        <a:xfrm>
          <a:off x="0" y="0"/>
          <a:ext cx="0" cy="0"/>
          <a:chOff x="0" y="0"/>
          <a:chExt cx="0" cy="0"/>
        </a:xfrm>
      </p:grpSpPr>
      <p:sp>
        <p:nvSpPr>
          <p:cNvPr id="11" name="Rechteck 10">
            <a:extLst>
              <a:ext uri="{C183D7F6-B498-43B3-948B-1728B52AA6E4}">
                <adec:decorative xmlns:adec="http://schemas.microsoft.com/office/drawing/2017/decorative" val="1"/>
              </a:ext>
            </a:extLst>
          </p:cNvPr>
          <p:cNvSpPr/>
          <p:nvPr userDrawn="1"/>
        </p:nvSpPr>
        <p:spPr>
          <a:xfrm>
            <a:off x="0" y="-1"/>
            <a:ext cx="9144000" cy="4729447"/>
          </a:xfrm>
          <a:prstGeom prst="rect">
            <a:avLst/>
          </a:prstGeom>
          <a:solidFill>
            <a:srgbClr val="72777A"/>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de-AT" sz="1350" dirty="0"/>
          </a:p>
        </p:txBody>
      </p:sp>
      <p:sp>
        <p:nvSpPr>
          <p:cNvPr id="23" name="Titelplatzhalter 1"/>
          <p:cNvSpPr>
            <a:spLocks noGrp="1"/>
          </p:cNvSpPr>
          <p:nvPr>
            <p:ph type="title" hasCustomPrompt="1"/>
          </p:nvPr>
        </p:nvSpPr>
        <p:spPr>
          <a:xfrm>
            <a:off x="180001" y="114303"/>
            <a:ext cx="8768791" cy="439153"/>
          </a:xfrm>
          <a:prstGeom prst="rect">
            <a:avLst/>
          </a:prstGeom>
        </p:spPr>
        <p:txBody>
          <a:bodyPr vert="horz" lIns="91440" tIns="45720" rIns="91440" bIns="45720" rtlCol="0" anchor="t">
            <a:normAutofit/>
          </a:bodyPr>
          <a:lstStyle>
            <a:lvl1pPr>
              <a:defRPr baseline="0">
                <a:solidFill>
                  <a:schemeClr val="bg1"/>
                </a:solidFill>
              </a:defRPr>
            </a:lvl1pPr>
          </a:lstStyle>
          <a:p>
            <a:r>
              <a:rPr lang="de-DE" dirty="0"/>
              <a:t>Folien Überschrift 1 (Arial </a:t>
            </a:r>
            <a:r>
              <a:rPr lang="de-DE" dirty="0" err="1"/>
              <a:t>Bold</a:t>
            </a:r>
            <a:r>
              <a:rPr lang="de-DE" dirty="0"/>
              <a:t>, 36pt)</a:t>
            </a:r>
            <a:br>
              <a:rPr lang="de-DE" dirty="0"/>
            </a:br>
            <a:endParaRPr lang="de-AT" dirty="0"/>
          </a:p>
        </p:txBody>
      </p:sp>
      <p:sp>
        <p:nvSpPr>
          <p:cNvPr id="6" name="Textplatzhalter 5">
            <a:extLst>
              <a:ext uri="{FF2B5EF4-FFF2-40B4-BE49-F238E27FC236}">
                <a16:creationId xmlns:a16="http://schemas.microsoft.com/office/drawing/2014/main" id="{3F425C1B-10D2-421C-8EE6-8F68F5FA0A06}"/>
              </a:ext>
            </a:extLst>
          </p:cNvPr>
          <p:cNvSpPr>
            <a:spLocks noGrp="1"/>
          </p:cNvSpPr>
          <p:nvPr>
            <p:ph type="body" sz="quarter" idx="14"/>
          </p:nvPr>
        </p:nvSpPr>
        <p:spPr>
          <a:xfrm>
            <a:off x="180000" y="607500"/>
            <a:ext cx="8768791" cy="4050000"/>
          </a:xfrm>
        </p:spPr>
        <p:txBody>
          <a:bodyPr/>
          <a:lstStyle>
            <a:lvl1pPr>
              <a:defRPr>
                <a:solidFill>
                  <a:schemeClr val="bg2"/>
                </a:solidFill>
              </a:defRPr>
            </a:lvl1pPr>
            <a:lvl2pPr>
              <a:defRPr>
                <a:solidFill>
                  <a:schemeClr val="bg2"/>
                </a:solidFill>
              </a:defRPr>
            </a:lvl2pPr>
            <a:lvl3pPr>
              <a:defRPr>
                <a:solidFill>
                  <a:schemeClr val="bg2"/>
                </a:solidFill>
              </a:defRPr>
            </a:lvl3pPr>
            <a:lvl4pPr>
              <a:defRPr>
                <a:solidFill>
                  <a:schemeClr val="bg2"/>
                </a:solidFill>
              </a:defRPr>
            </a:lvl4pPr>
            <a:lvl5pPr>
              <a:defRPr sz="1050">
                <a:solidFill>
                  <a:schemeClr val="bg2"/>
                </a:solidFill>
              </a:defRPr>
            </a:lvl5pPr>
          </a:lstStyle>
          <a:p>
            <a:pPr lvl="0"/>
            <a:r>
              <a:rPr lang="de-DE"/>
              <a:t>Mastertextformat bearbeiten</a:t>
            </a:r>
          </a:p>
          <a:p>
            <a:pPr lvl="1"/>
            <a:r>
              <a:rPr lang="de-DE"/>
              <a:t>Zweite Ebene</a:t>
            </a:r>
          </a:p>
          <a:p>
            <a:pPr lvl="2"/>
            <a:r>
              <a:rPr lang="de-DE"/>
              <a:t>Dritte Ebene</a:t>
            </a:r>
          </a:p>
          <a:p>
            <a:pPr lvl="3"/>
            <a:r>
              <a:rPr lang="de-DE"/>
              <a:t>Vierte Ebene</a:t>
            </a:r>
          </a:p>
          <a:p>
            <a:pPr lvl="4"/>
            <a:r>
              <a:rPr lang="de-DE"/>
              <a:t>Fünfte Ebene</a:t>
            </a:r>
            <a:endParaRPr lang="de-AT" dirty="0"/>
          </a:p>
        </p:txBody>
      </p:sp>
      <p:cxnSp>
        <p:nvCxnSpPr>
          <p:cNvPr id="24" name="Gerader Verbinder 23">
            <a:extLst>
              <a:ext uri="{C183D7F6-B498-43B3-948B-1728B52AA6E4}">
                <adec:decorative xmlns:adec="http://schemas.microsoft.com/office/drawing/2017/decorative" val="1"/>
              </a:ext>
            </a:extLst>
          </p:cNvPr>
          <p:cNvCxnSpPr/>
          <p:nvPr userDrawn="1"/>
        </p:nvCxnSpPr>
        <p:spPr>
          <a:xfrm>
            <a:off x="0" y="4729447"/>
            <a:ext cx="9144000" cy="0"/>
          </a:xfrm>
          <a:prstGeom prst="line">
            <a:avLst/>
          </a:prstGeom>
          <a:ln w="12700">
            <a:solidFill>
              <a:srgbClr val="72777A"/>
            </a:solidFill>
          </a:ln>
        </p:spPr>
        <p:style>
          <a:lnRef idx="1">
            <a:schemeClr val="accent1"/>
          </a:lnRef>
          <a:fillRef idx="0">
            <a:schemeClr val="accent1"/>
          </a:fillRef>
          <a:effectRef idx="0">
            <a:schemeClr val="accent1"/>
          </a:effectRef>
          <a:fontRef idx="minor">
            <a:schemeClr val="tx1"/>
          </a:fontRef>
        </p:style>
      </p:cxnSp>
      <p:cxnSp>
        <p:nvCxnSpPr>
          <p:cNvPr id="13" name="Gerader Verbinder 12">
            <a:extLst>
              <a:ext uri="{C183D7F6-B498-43B3-948B-1728B52AA6E4}">
                <adec:decorative xmlns:adec="http://schemas.microsoft.com/office/drawing/2017/decorative" val="1"/>
              </a:ext>
            </a:extLst>
          </p:cNvPr>
          <p:cNvCxnSpPr/>
          <p:nvPr userDrawn="1"/>
        </p:nvCxnSpPr>
        <p:spPr>
          <a:xfrm>
            <a:off x="8555052" y="4767638"/>
            <a:ext cx="0" cy="333633"/>
          </a:xfrm>
          <a:prstGeom prst="line">
            <a:avLst/>
          </a:prstGeom>
          <a:ln w="12700">
            <a:solidFill>
              <a:schemeClr val="bg1">
                <a:lumMod val="65000"/>
              </a:schemeClr>
            </a:solidFill>
          </a:ln>
        </p:spPr>
        <p:style>
          <a:lnRef idx="1">
            <a:schemeClr val="accent1"/>
          </a:lnRef>
          <a:fillRef idx="0">
            <a:schemeClr val="accent1"/>
          </a:fillRef>
          <a:effectRef idx="0">
            <a:schemeClr val="accent1"/>
          </a:effectRef>
          <a:fontRef idx="minor">
            <a:schemeClr val="tx1"/>
          </a:fontRef>
        </p:style>
      </p:cxnSp>
      <p:sp>
        <p:nvSpPr>
          <p:cNvPr id="2" name="Fußzeilenplatzhalter 1">
            <a:extLst>
              <a:ext uri="{FF2B5EF4-FFF2-40B4-BE49-F238E27FC236}">
                <a16:creationId xmlns:a16="http://schemas.microsoft.com/office/drawing/2014/main" id="{BF34B061-0D40-4791-A41B-682280B19424}"/>
              </a:ext>
              <a:ext uri="{C183D7F6-B498-43B3-948B-1728B52AA6E4}">
                <adec:decorative xmlns:adec="http://schemas.microsoft.com/office/drawing/2017/decorative" val="1"/>
              </a:ext>
            </a:extLst>
          </p:cNvPr>
          <p:cNvSpPr>
            <a:spLocks noGrp="1"/>
          </p:cNvSpPr>
          <p:nvPr>
            <p:ph type="ftr" sz="quarter" idx="12"/>
          </p:nvPr>
        </p:nvSpPr>
        <p:spPr/>
        <p:txBody>
          <a:bodyPr/>
          <a:lstStyle/>
          <a:p>
            <a:r>
              <a:rPr lang="en-GB"/>
              <a:t>Präsentationstitel | Name | Datum</a:t>
            </a:r>
            <a:endParaRPr lang="en-GB" dirty="0"/>
          </a:p>
        </p:txBody>
      </p:sp>
      <p:sp>
        <p:nvSpPr>
          <p:cNvPr id="3" name="Foliennummernplatzhalter 2">
            <a:extLst>
              <a:ext uri="{FF2B5EF4-FFF2-40B4-BE49-F238E27FC236}">
                <a16:creationId xmlns:a16="http://schemas.microsoft.com/office/drawing/2014/main" id="{A7E1EF4B-A968-4425-8367-098DB2AEE2ED}"/>
              </a:ext>
              <a:ext uri="{C183D7F6-B498-43B3-948B-1728B52AA6E4}">
                <adec:decorative xmlns:adec="http://schemas.microsoft.com/office/drawing/2017/decorative" val="1"/>
              </a:ext>
            </a:extLst>
          </p:cNvPr>
          <p:cNvSpPr>
            <a:spLocks noGrp="1"/>
          </p:cNvSpPr>
          <p:nvPr>
            <p:ph type="sldNum" sz="quarter" idx="13"/>
          </p:nvPr>
        </p:nvSpPr>
        <p:spPr/>
        <p:txBody>
          <a:bodyPr/>
          <a:lstStyle/>
          <a:p>
            <a:fld id="{9C057DB4-583E-41A7-BD94-987342018C17}" type="slidenum">
              <a:rPr lang="en-GB" smtClean="0"/>
              <a:pPr/>
              <a:t>‹Nr.›</a:t>
            </a:fld>
            <a:endParaRPr lang="en-GB"/>
          </a:p>
        </p:txBody>
      </p:sp>
      <p:pic>
        <p:nvPicPr>
          <p:cNvPr id="10" name="Grafik 9">
            <a:extLst>
              <a:ext uri="{FF2B5EF4-FFF2-40B4-BE49-F238E27FC236}">
                <a16:creationId xmlns:a16="http://schemas.microsoft.com/office/drawing/2014/main" id="{9D14491A-EBBE-4FB6-8BA1-C103D150F47E}"/>
              </a:ext>
              <a:ext uri="{C183D7F6-B498-43B3-948B-1728B52AA6E4}">
                <adec:decorative xmlns:adec="http://schemas.microsoft.com/office/drawing/2017/decorative" val="1"/>
              </a:ext>
            </a:extLst>
          </p:cNvPr>
          <p:cNvPicPr>
            <a:picLocks noChangeAspect="1"/>
          </p:cNvPicPr>
          <p:nvPr userDrawn="1"/>
        </p:nvPicPr>
        <p:blipFill>
          <a:blip cstate="print">
            <a:extLst>
              <a:ext uri="{28A0092B-C50C-407E-A947-70E740481C1C}">
                <a14:useLocalDpi xmlns:a14="http://schemas.microsoft.com/office/drawing/2010/main" val="0"/>
              </a:ext>
              <a:ext uri="{96DAC541-7B7A-43D3-8B79-37D633B846F1}">
                <asvg:svgBlip xmlns:asvg="http://schemas.microsoft.com/office/drawing/2016/SVG/main" r:embed="rId2"/>
              </a:ext>
            </a:extLst>
          </a:blip>
          <a:stretch>
            <a:fillRect/>
          </a:stretch>
        </p:blipFill>
        <p:spPr>
          <a:xfrm>
            <a:off x="0" y="4704300"/>
            <a:ext cx="696991" cy="439200"/>
          </a:xfrm>
          <a:prstGeom prst="rect">
            <a:avLst/>
          </a:prstGeom>
        </p:spPr>
      </p:pic>
    </p:spTree>
    <p:extLst>
      <p:ext uri="{BB962C8B-B14F-4D97-AF65-F5344CB8AC3E}">
        <p14:creationId xmlns:p14="http://schemas.microsoft.com/office/powerpoint/2010/main" val="3754758671"/>
      </p:ext>
    </p:extLst>
  </p:cSld>
  <p:clrMapOvr>
    <a:masterClrMapping/>
  </p:clrMapOvr>
</p:sldLayout>
</file>

<file path=ppt/slideLayouts/slideLayout11.xml><?xml version="1.0" encoding="utf-8"?>
<p:sldLayout xmlns:a="http://schemas.openxmlformats.org/drawingml/2006/main" xmlns:r="http://schemas.openxmlformats.org/officeDocument/2006/relationships" xmlns:p="http://schemas.openxmlformats.org/presentationml/2006/main" preserve="1" userDrawn="1">
  <p:cSld name="INHALTSFOLIE 02 Grau">
    <p:spTree>
      <p:nvGrpSpPr>
        <p:cNvPr id="1" name=""/>
        <p:cNvGrpSpPr/>
        <p:nvPr/>
      </p:nvGrpSpPr>
      <p:grpSpPr>
        <a:xfrm>
          <a:off x="0" y="0"/>
          <a:ext cx="0" cy="0"/>
          <a:chOff x="0" y="0"/>
          <a:chExt cx="0" cy="0"/>
        </a:xfrm>
      </p:grpSpPr>
      <p:sp>
        <p:nvSpPr>
          <p:cNvPr id="11" name="Rechteck 10">
            <a:extLst>
              <a:ext uri="{C183D7F6-B498-43B3-948B-1728B52AA6E4}">
                <adec:decorative xmlns:adec="http://schemas.microsoft.com/office/drawing/2017/decorative" val="1"/>
              </a:ext>
            </a:extLst>
          </p:cNvPr>
          <p:cNvSpPr/>
          <p:nvPr userDrawn="1"/>
        </p:nvSpPr>
        <p:spPr>
          <a:xfrm>
            <a:off x="0" y="-1"/>
            <a:ext cx="9144000" cy="4729447"/>
          </a:xfrm>
          <a:prstGeom prst="rect">
            <a:avLst/>
          </a:prstGeom>
          <a:solidFill>
            <a:srgbClr val="72777A"/>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de-AT" sz="1350"/>
          </a:p>
        </p:txBody>
      </p:sp>
      <p:sp>
        <p:nvSpPr>
          <p:cNvPr id="23" name="Titelplatzhalter 1"/>
          <p:cNvSpPr>
            <a:spLocks noGrp="1"/>
          </p:cNvSpPr>
          <p:nvPr>
            <p:ph type="title" hasCustomPrompt="1"/>
          </p:nvPr>
        </p:nvSpPr>
        <p:spPr>
          <a:xfrm>
            <a:off x="180001" y="114303"/>
            <a:ext cx="8758517" cy="439153"/>
          </a:xfrm>
          <a:prstGeom prst="rect">
            <a:avLst/>
          </a:prstGeom>
        </p:spPr>
        <p:txBody>
          <a:bodyPr vert="horz" lIns="91440" tIns="45720" rIns="91440" bIns="45720" rtlCol="0" anchor="t">
            <a:normAutofit/>
          </a:bodyPr>
          <a:lstStyle>
            <a:lvl1pPr>
              <a:defRPr baseline="0">
                <a:solidFill>
                  <a:schemeClr val="bg1"/>
                </a:solidFill>
              </a:defRPr>
            </a:lvl1pPr>
          </a:lstStyle>
          <a:p>
            <a:r>
              <a:rPr lang="de-DE" dirty="0"/>
              <a:t>Folien Überschrift 1 (Arial </a:t>
            </a:r>
            <a:r>
              <a:rPr lang="de-DE" dirty="0" err="1"/>
              <a:t>Bold</a:t>
            </a:r>
            <a:r>
              <a:rPr lang="de-DE" dirty="0"/>
              <a:t>, 36pt)</a:t>
            </a:r>
            <a:br>
              <a:rPr lang="de-DE" dirty="0"/>
            </a:br>
            <a:endParaRPr lang="de-AT" dirty="0"/>
          </a:p>
        </p:txBody>
      </p:sp>
      <p:sp>
        <p:nvSpPr>
          <p:cNvPr id="5" name="Textplatzhalter 4">
            <a:extLst>
              <a:ext uri="{FF2B5EF4-FFF2-40B4-BE49-F238E27FC236}">
                <a16:creationId xmlns:a16="http://schemas.microsoft.com/office/drawing/2014/main" id="{C099191E-06C2-47AD-9B0A-CAC1645FCDE3}"/>
              </a:ext>
            </a:extLst>
          </p:cNvPr>
          <p:cNvSpPr>
            <a:spLocks noGrp="1"/>
          </p:cNvSpPr>
          <p:nvPr>
            <p:ph type="body" sz="quarter" idx="15"/>
          </p:nvPr>
        </p:nvSpPr>
        <p:spPr>
          <a:xfrm>
            <a:off x="179388" y="607500"/>
            <a:ext cx="4320000" cy="4050000"/>
          </a:xfrm>
        </p:spPr>
        <p:txBody>
          <a:bodyPr/>
          <a:lstStyle>
            <a:lvl1pPr>
              <a:defRPr>
                <a:solidFill>
                  <a:schemeClr val="bg2"/>
                </a:solidFill>
              </a:defRPr>
            </a:lvl1pPr>
            <a:lvl2pPr>
              <a:defRPr>
                <a:solidFill>
                  <a:schemeClr val="bg2"/>
                </a:solidFill>
              </a:defRPr>
            </a:lvl2pPr>
            <a:lvl3pPr>
              <a:defRPr>
                <a:solidFill>
                  <a:schemeClr val="bg2"/>
                </a:solidFill>
              </a:defRPr>
            </a:lvl3pPr>
            <a:lvl4pPr>
              <a:defRPr>
                <a:solidFill>
                  <a:schemeClr val="bg2"/>
                </a:solidFill>
              </a:defRPr>
            </a:lvl4pPr>
            <a:lvl5pPr>
              <a:defRPr>
                <a:solidFill>
                  <a:schemeClr val="bg2"/>
                </a:solidFill>
              </a:defRPr>
            </a:lvl5pPr>
          </a:lstStyle>
          <a:p>
            <a:pPr lvl="0"/>
            <a:r>
              <a:rPr lang="de-DE"/>
              <a:t>Mastertextformat bearbeiten</a:t>
            </a:r>
          </a:p>
          <a:p>
            <a:pPr lvl="1"/>
            <a:r>
              <a:rPr lang="de-DE"/>
              <a:t>Zweite Ebene</a:t>
            </a:r>
          </a:p>
          <a:p>
            <a:pPr lvl="2"/>
            <a:r>
              <a:rPr lang="de-DE"/>
              <a:t>Dritte Ebene</a:t>
            </a:r>
          </a:p>
          <a:p>
            <a:pPr lvl="3"/>
            <a:r>
              <a:rPr lang="de-DE"/>
              <a:t>Vierte Ebene</a:t>
            </a:r>
          </a:p>
          <a:p>
            <a:pPr lvl="4"/>
            <a:r>
              <a:rPr lang="de-DE"/>
              <a:t>Fünfte Ebene</a:t>
            </a:r>
            <a:endParaRPr lang="de-AT" dirty="0"/>
          </a:p>
        </p:txBody>
      </p:sp>
      <p:sp>
        <p:nvSpPr>
          <p:cNvPr id="14" name="Textplatzhalter 4">
            <a:extLst>
              <a:ext uri="{FF2B5EF4-FFF2-40B4-BE49-F238E27FC236}">
                <a16:creationId xmlns:a16="http://schemas.microsoft.com/office/drawing/2014/main" id="{1FF655F9-8F0F-4E00-A8EE-9C12E1706B9C}"/>
              </a:ext>
            </a:extLst>
          </p:cNvPr>
          <p:cNvSpPr>
            <a:spLocks noGrp="1"/>
          </p:cNvSpPr>
          <p:nvPr>
            <p:ph type="body" sz="quarter" idx="16"/>
          </p:nvPr>
        </p:nvSpPr>
        <p:spPr>
          <a:xfrm>
            <a:off x="4615632" y="606217"/>
            <a:ext cx="4320000" cy="4050000"/>
          </a:xfrm>
        </p:spPr>
        <p:txBody>
          <a:bodyPr/>
          <a:lstStyle>
            <a:lvl1pPr>
              <a:defRPr>
                <a:solidFill>
                  <a:schemeClr val="bg2"/>
                </a:solidFill>
              </a:defRPr>
            </a:lvl1pPr>
            <a:lvl2pPr>
              <a:defRPr>
                <a:solidFill>
                  <a:schemeClr val="bg2"/>
                </a:solidFill>
              </a:defRPr>
            </a:lvl2pPr>
            <a:lvl3pPr>
              <a:defRPr>
                <a:solidFill>
                  <a:schemeClr val="bg2"/>
                </a:solidFill>
              </a:defRPr>
            </a:lvl3pPr>
            <a:lvl4pPr>
              <a:defRPr>
                <a:solidFill>
                  <a:schemeClr val="bg2"/>
                </a:solidFill>
              </a:defRPr>
            </a:lvl4pPr>
            <a:lvl5pPr>
              <a:defRPr>
                <a:solidFill>
                  <a:schemeClr val="bg2"/>
                </a:solidFill>
              </a:defRPr>
            </a:lvl5pPr>
          </a:lstStyle>
          <a:p>
            <a:pPr lvl="0"/>
            <a:r>
              <a:rPr lang="de-DE"/>
              <a:t>Mastertextformat bearbeiten</a:t>
            </a:r>
          </a:p>
          <a:p>
            <a:pPr lvl="1"/>
            <a:r>
              <a:rPr lang="de-DE"/>
              <a:t>Zweite Ebene</a:t>
            </a:r>
          </a:p>
          <a:p>
            <a:pPr lvl="2"/>
            <a:r>
              <a:rPr lang="de-DE"/>
              <a:t>Dritte Ebene</a:t>
            </a:r>
          </a:p>
          <a:p>
            <a:pPr lvl="3"/>
            <a:r>
              <a:rPr lang="de-DE"/>
              <a:t>Vierte Ebene</a:t>
            </a:r>
          </a:p>
          <a:p>
            <a:pPr lvl="4"/>
            <a:r>
              <a:rPr lang="de-DE"/>
              <a:t>Fünfte Ebene</a:t>
            </a:r>
            <a:endParaRPr lang="de-AT" dirty="0"/>
          </a:p>
        </p:txBody>
      </p:sp>
      <p:cxnSp>
        <p:nvCxnSpPr>
          <p:cNvPr id="15" name="Gerader Verbinder 14">
            <a:extLst>
              <a:ext uri="{C183D7F6-B498-43B3-948B-1728B52AA6E4}">
                <adec:decorative xmlns:adec="http://schemas.microsoft.com/office/drawing/2017/decorative" val="1"/>
              </a:ext>
            </a:extLst>
          </p:cNvPr>
          <p:cNvCxnSpPr/>
          <p:nvPr userDrawn="1"/>
        </p:nvCxnSpPr>
        <p:spPr>
          <a:xfrm>
            <a:off x="8555052" y="4767638"/>
            <a:ext cx="0" cy="333633"/>
          </a:xfrm>
          <a:prstGeom prst="line">
            <a:avLst/>
          </a:prstGeom>
          <a:ln w="12700">
            <a:solidFill>
              <a:schemeClr val="bg1">
                <a:lumMod val="65000"/>
              </a:schemeClr>
            </a:solidFill>
          </a:ln>
        </p:spPr>
        <p:style>
          <a:lnRef idx="1">
            <a:schemeClr val="accent1"/>
          </a:lnRef>
          <a:fillRef idx="0">
            <a:schemeClr val="accent1"/>
          </a:fillRef>
          <a:effectRef idx="0">
            <a:schemeClr val="accent1"/>
          </a:effectRef>
          <a:fontRef idx="minor">
            <a:schemeClr val="tx1"/>
          </a:fontRef>
        </p:style>
      </p:cxnSp>
      <p:cxnSp>
        <p:nvCxnSpPr>
          <p:cNvPr id="24" name="Gerader Verbinder 23">
            <a:extLst>
              <a:ext uri="{C183D7F6-B498-43B3-948B-1728B52AA6E4}">
                <adec:decorative xmlns:adec="http://schemas.microsoft.com/office/drawing/2017/decorative" val="1"/>
              </a:ext>
            </a:extLst>
          </p:cNvPr>
          <p:cNvCxnSpPr/>
          <p:nvPr userDrawn="1"/>
        </p:nvCxnSpPr>
        <p:spPr>
          <a:xfrm>
            <a:off x="0" y="4729447"/>
            <a:ext cx="9144000" cy="0"/>
          </a:xfrm>
          <a:prstGeom prst="line">
            <a:avLst/>
          </a:prstGeom>
          <a:ln w="12700">
            <a:solidFill>
              <a:srgbClr val="72777A"/>
            </a:solidFill>
          </a:ln>
        </p:spPr>
        <p:style>
          <a:lnRef idx="1">
            <a:schemeClr val="accent1"/>
          </a:lnRef>
          <a:fillRef idx="0">
            <a:schemeClr val="accent1"/>
          </a:fillRef>
          <a:effectRef idx="0">
            <a:schemeClr val="accent1"/>
          </a:effectRef>
          <a:fontRef idx="minor">
            <a:schemeClr val="tx1"/>
          </a:fontRef>
        </p:style>
      </p:cxnSp>
      <p:sp>
        <p:nvSpPr>
          <p:cNvPr id="2" name="Fußzeilenplatzhalter 1">
            <a:extLst>
              <a:ext uri="{FF2B5EF4-FFF2-40B4-BE49-F238E27FC236}">
                <a16:creationId xmlns:a16="http://schemas.microsoft.com/office/drawing/2014/main" id="{CEA78A91-4834-4955-816B-A33BE7851562}"/>
              </a:ext>
              <a:ext uri="{C183D7F6-B498-43B3-948B-1728B52AA6E4}">
                <adec:decorative xmlns:adec="http://schemas.microsoft.com/office/drawing/2017/decorative" val="1"/>
              </a:ext>
            </a:extLst>
          </p:cNvPr>
          <p:cNvSpPr>
            <a:spLocks noGrp="1"/>
          </p:cNvSpPr>
          <p:nvPr>
            <p:ph type="ftr" sz="quarter" idx="13"/>
          </p:nvPr>
        </p:nvSpPr>
        <p:spPr/>
        <p:txBody>
          <a:bodyPr/>
          <a:lstStyle/>
          <a:p>
            <a:r>
              <a:rPr lang="en-GB"/>
              <a:t>Präsentationstitel | Name | Datum</a:t>
            </a:r>
            <a:endParaRPr lang="en-GB" dirty="0"/>
          </a:p>
        </p:txBody>
      </p:sp>
      <p:sp>
        <p:nvSpPr>
          <p:cNvPr id="3" name="Foliennummernplatzhalter 2">
            <a:extLst>
              <a:ext uri="{FF2B5EF4-FFF2-40B4-BE49-F238E27FC236}">
                <a16:creationId xmlns:a16="http://schemas.microsoft.com/office/drawing/2014/main" id="{F41B1D30-8D96-496B-A7F3-BDA41722B7FA}"/>
              </a:ext>
              <a:ext uri="{C183D7F6-B498-43B3-948B-1728B52AA6E4}">
                <adec:decorative xmlns:adec="http://schemas.microsoft.com/office/drawing/2017/decorative" val="1"/>
              </a:ext>
            </a:extLst>
          </p:cNvPr>
          <p:cNvSpPr>
            <a:spLocks noGrp="1"/>
          </p:cNvSpPr>
          <p:nvPr>
            <p:ph type="sldNum" sz="quarter" idx="14"/>
          </p:nvPr>
        </p:nvSpPr>
        <p:spPr/>
        <p:txBody>
          <a:bodyPr/>
          <a:lstStyle/>
          <a:p>
            <a:fld id="{9C057DB4-583E-41A7-BD94-987342018C17}" type="slidenum">
              <a:rPr lang="en-GB" smtClean="0"/>
              <a:pPr/>
              <a:t>‹Nr.›</a:t>
            </a:fld>
            <a:endParaRPr lang="en-GB"/>
          </a:p>
        </p:txBody>
      </p:sp>
      <p:pic>
        <p:nvPicPr>
          <p:cNvPr id="12" name="Grafik 11">
            <a:extLst>
              <a:ext uri="{FF2B5EF4-FFF2-40B4-BE49-F238E27FC236}">
                <a16:creationId xmlns:a16="http://schemas.microsoft.com/office/drawing/2014/main" id="{6A200EBB-4D2E-465A-BA44-8D8FD4CE5E3B}"/>
              </a:ext>
              <a:ext uri="{C183D7F6-B498-43B3-948B-1728B52AA6E4}">
                <adec:decorative xmlns:adec="http://schemas.microsoft.com/office/drawing/2017/decorative" val="1"/>
              </a:ext>
            </a:extLst>
          </p:cNvPr>
          <p:cNvPicPr>
            <a:picLocks noChangeAspect="1"/>
          </p:cNvPicPr>
          <p:nvPr userDrawn="1"/>
        </p:nvPicPr>
        <p:blipFill>
          <a:blip cstate="print">
            <a:extLst>
              <a:ext uri="{28A0092B-C50C-407E-A947-70E740481C1C}">
                <a14:useLocalDpi xmlns:a14="http://schemas.microsoft.com/office/drawing/2010/main" val="0"/>
              </a:ext>
              <a:ext uri="{96DAC541-7B7A-43D3-8B79-37D633B846F1}">
                <asvg:svgBlip xmlns:asvg="http://schemas.microsoft.com/office/drawing/2016/SVG/main" r:embed="rId2"/>
              </a:ext>
            </a:extLst>
          </a:blip>
          <a:stretch>
            <a:fillRect/>
          </a:stretch>
        </p:blipFill>
        <p:spPr>
          <a:xfrm>
            <a:off x="0" y="4704300"/>
            <a:ext cx="696991" cy="439200"/>
          </a:xfrm>
          <a:prstGeom prst="rect">
            <a:avLst/>
          </a:prstGeom>
        </p:spPr>
      </p:pic>
    </p:spTree>
    <p:extLst>
      <p:ext uri="{BB962C8B-B14F-4D97-AF65-F5344CB8AC3E}">
        <p14:creationId xmlns:p14="http://schemas.microsoft.com/office/powerpoint/2010/main" val="976244899"/>
      </p:ext>
    </p:extLst>
  </p:cSld>
  <p:clrMapOvr>
    <a:masterClrMapping/>
  </p:clrMapOvr>
</p:sldLayout>
</file>

<file path=ppt/slideLayouts/slideLayout12.xml><?xml version="1.0" encoding="utf-8"?>
<p:sldLayout xmlns:a="http://schemas.openxmlformats.org/drawingml/2006/main" xmlns:r="http://schemas.openxmlformats.org/officeDocument/2006/relationships" xmlns:p="http://schemas.openxmlformats.org/presentationml/2006/main" preserve="1" userDrawn="1">
  <p:cSld name="INHALTSFOLIE 01 Blau">
    <p:spTree>
      <p:nvGrpSpPr>
        <p:cNvPr id="1" name=""/>
        <p:cNvGrpSpPr/>
        <p:nvPr/>
      </p:nvGrpSpPr>
      <p:grpSpPr>
        <a:xfrm>
          <a:off x="0" y="0"/>
          <a:ext cx="0" cy="0"/>
          <a:chOff x="0" y="0"/>
          <a:chExt cx="0" cy="0"/>
        </a:xfrm>
      </p:grpSpPr>
      <p:sp>
        <p:nvSpPr>
          <p:cNvPr id="11" name="Rechteck 10">
            <a:extLst>
              <a:ext uri="{C183D7F6-B498-43B3-948B-1728B52AA6E4}">
                <adec:decorative xmlns:adec="http://schemas.microsoft.com/office/drawing/2017/decorative" val="1"/>
              </a:ext>
            </a:extLst>
          </p:cNvPr>
          <p:cNvSpPr/>
          <p:nvPr userDrawn="1"/>
        </p:nvSpPr>
        <p:spPr>
          <a:xfrm>
            <a:off x="0" y="-1"/>
            <a:ext cx="9144000" cy="4729447"/>
          </a:xfrm>
          <a:prstGeom prst="rect">
            <a:avLst/>
          </a:prstGeom>
          <a:solidFill>
            <a:srgbClr val="005A96"/>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de-AT" sz="1350"/>
          </a:p>
        </p:txBody>
      </p:sp>
      <p:sp>
        <p:nvSpPr>
          <p:cNvPr id="23" name="Titelplatzhalter 1"/>
          <p:cNvSpPr>
            <a:spLocks noGrp="1"/>
          </p:cNvSpPr>
          <p:nvPr>
            <p:ph type="title" hasCustomPrompt="1"/>
          </p:nvPr>
        </p:nvSpPr>
        <p:spPr>
          <a:xfrm>
            <a:off x="180001" y="114303"/>
            <a:ext cx="8758517" cy="439153"/>
          </a:xfrm>
          <a:prstGeom prst="rect">
            <a:avLst/>
          </a:prstGeom>
        </p:spPr>
        <p:txBody>
          <a:bodyPr vert="horz" lIns="91440" tIns="45720" rIns="91440" bIns="45720" rtlCol="0" anchor="t">
            <a:normAutofit/>
          </a:bodyPr>
          <a:lstStyle>
            <a:lvl1pPr>
              <a:defRPr baseline="0">
                <a:solidFill>
                  <a:schemeClr val="bg1"/>
                </a:solidFill>
              </a:defRPr>
            </a:lvl1pPr>
          </a:lstStyle>
          <a:p>
            <a:r>
              <a:rPr lang="de-DE" dirty="0"/>
              <a:t>Folien Überschrift 1 (Arial </a:t>
            </a:r>
            <a:r>
              <a:rPr lang="de-DE" dirty="0" err="1"/>
              <a:t>Bold</a:t>
            </a:r>
            <a:r>
              <a:rPr lang="de-DE" dirty="0"/>
              <a:t>, 36pt)</a:t>
            </a:r>
            <a:br>
              <a:rPr lang="de-DE" dirty="0"/>
            </a:br>
            <a:endParaRPr lang="de-AT" dirty="0"/>
          </a:p>
        </p:txBody>
      </p:sp>
      <p:sp>
        <p:nvSpPr>
          <p:cNvPr id="10" name="Textplatzhalter 5">
            <a:extLst>
              <a:ext uri="{FF2B5EF4-FFF2-40B4-BE49-F238E27FC236}">
                <a16:creationId xmlns:a16="http://schemas.microsoft.com/office/drawing/2014/main" id="{0F4D230B-92FB-4F80-A5D8-47442699E09E}"/>
              </a:ext>
            </a:extLst>
          </p:cNvPr>
          <p:cNvSpPr>
            <a:spLocks noGrp="1"/>
          </p:cNvSpPr>
          <p:nvPr>
            <p:ph type="body" sz="quarter" idx="14"/>
          </p:nvPr>
        </p:nvSpPr>
        <p:spPr>
          <a:xfrm>
            <a:off x="180000" y="607500"/>
            <a:ext cx="8768791" cy="4050000"/>
          </a:xfrm>
        </p:spPr>
        <p:txBody>
          <a:bodyPr/>
          <a:lstStyle>
            <a:lvl1pPr>
              <a:defRPr>
                <a:solidFill>
                  <a:schemeClr val="bg2"/>
                </a:solidFill>
              </a:defRPr>
            </a:lvl1pPr>
            <a:lvl2pPr>
              <a:defRPr>
                <a:solidFill>
                  <a:schemeClr val="bg2"/>
                </a:solidFill>
              </a:defRPr>
            </a:lvl2pPr>
            <a:lvl3pPr>
              <a:defRPr>
                <a:solidFill>
                  <a:schemeClr val="bg2"/>
                </a:solidFill>
              </a:defRPr>
            </a:lvl3pPr>
            <a:lvl4pPr>
              <a:defRPr>
                <a:solidFill>
                  <a:schemeClr val="bg2"/>
                </a:solidFill>
              </a:defRPr>
            </a:lvl4pPr>
            <a:lvl5pPr>
              <a:defRPr sz="1050">
                <a:solidFill>
                  <a:schemeClr val="bg2"/>
                </a:solidFill>
              </a:defRPr>
            </a:lvl5pPr>
          </a:lstStyle>
          <a:p>
            <a:pPr lvl="0"/>
            <a:r>
              <a:rPr lang="de-DE"/>
              <a:t>Mastertextformat bearbeiten</a:t>
            </a:r>
          </a:p>
          <a:p>
            <a:pPr lvl="1"/>
            <a:r>
              <a:rPr lang="de-DE"/>
              <a:t>Zweite Ebene</a:t>
            </a:r>
          </a:p>
          <a:p>
            <a:pPr lvl="2"/>
            <a:r>
              <a:rPr lang="de-DE"/>
              <a:t>Dritte Ebene</a:t>
            </a:r>
          </a:p>
          <a:p>
            <a:pPr lvl="3"/>
            <a:r>
              <a:rPr lang="de-DE"/>
              <a:t>Vierte Ebene</a:t>
            </a:r>
          </a:p>
          <a:p>
            <a:pPr lvl="4"/>
            <a:r>
              <a:rPr lang="de-DE"/>
              <a:t>Fünfte Ebene</a:t>
            </a:r>
            <a:endParaRPr lang="de-AT" dirty="0"/>
          </a:p>
        </p:txBody>
      </p:sp>
      <p:cxnSp>
        <p:nvCxnSpPr>
          <p:cNvPr id="13" name="Gerader Verbinder 12">
            <a:extLst>
              <a:ext uri="{C183D7F6-B498-43B3-948B-1728B52AA6E4}">
                <adec:decorative xmlns:adec="http://schemas.microsoft.com/office/drawing/2017/decorative" val="1"/>
              </a:ext>
            </a:extLst>
          </p:cNvPr>
          <p:cNvCxnSpPr/>
          <p:nvPr userDrawn="1"/>
        </p:nvCxnSpPr>
        <p:spPr>
          <a:xfrm>
            <a:off x="8555052" y="4767638"/>
            <a:ext cx="0" cy="333633"/>
          </a:xfrm>
          <a:prstGeom prst="line">
            <a:avLst/>
          </a:prstGeom>
          <a:ln w="12700">
            <a:solidFill>
              <a:schemeClr val="bg1">
                <a:lumMod val="65000"/>
              </a:schemeClr>
            </a:solidFill>
          </a:ln>
        </p:spPr>
        <p:style>
          <a:lnRef idx="1">
            <a:schemeClr val="accent1"/>
          </a:lnRef>
          <a:fillRef idx="0">
            <a:schemeClr val="accent1"/>
          </a:fillRef>
          <a:effectRef idx="0">
            <a:schemeClr val="accent1"/>
          </a:effectRef>
          <a:fontRef idx="minor">
            <a:schemeClr val="tx1"/>
          </a:fontRef>
        </p:style>
      </p:cxnSp>
      <p:cxnSp>
        <p:nvCxnSpPr>
          <p:cNvPr id="24" name="Gerader Verbinder 23">
            <a:extLst>
              <a:ext uri="{C183D7F6-B498-43B3-948B-1728B52AA6E4}">
                <adec:decorative xmlns:adec="http://schemas.microsoft.com/office/drawing/2017/decorative" val="1"/>
              </a:ext>
            </a:extLst>
          </p:cNvPr>
          <p:cNvCxnSpPr/>
          <p:nvPr userDrawn="1"/>
        </p:nvCxnSpPr>
        <p:spPr>
          <a:xfrm>
            <a:off x="0" y="4729447"/>
            <a:ext cx="9144000" cy="0"/>
          </a:xfrm>
          <a:prstGeom prst="line">
            <a:avLst/>
          </a:prstGeom>
          <a:ln w="12700">
            <a:solidFill>
              <a:srgbClr val="72777A"/>
            </a:solidFill>
          </a:ln>
        </p:spPr>
        <p:style>
          <a:lnRef idx="1">
            <a:schemeClr val="accent1"/>
          </a:lnRef>
          <a:fillRef idx="0">
            <a:schemeClr val="accent1"/>
          </a:fillRef>
          <a:effectRef idx="0">
            <a:schemeClr val="accent1"/>
          </a:effectRef>
          <a:fontRef idx="minor">
            <a:schemeClr val="tx1"/>
          </a:fontRef>
        </p:style>
      </p:cxnSp>
      <p:sp>
        <p:nvSpPr>
          <p:cNvPr id="2" name="Fußzeilenplatzhalter 1">
            <a:extLst>
              <a:ext uri="{FF2B5EF4-FFF2-40B4-BE49-F238E27FC236}">
                <a16:creationId xmlns:a16="http://schemas.microsoft.com/office/drawing/2014/main" id="{5107673A-A21E-4664-8E91-00B707F809AF}"/>
              </a:ext>
              <a:ext uri="{C183D7F6-B498-43B3-948B-1728B52AA6E4}">
                <adec:decorative xmlns:adec="http://schemas.microsoft.com/office/drawing/2017/decorative" val="1"/>
              </a:ext>
            </a:extLst>
          </p:cNvPr>
          <p:cNvSpPr>
            <a:spLocks noGrp="1"/>
          </p:cNvSpPr>
          <p:nvPr>
            <p:ph type="ftr" sz="quarter" idx="12"/>
          </p:nvPr>
        </p:nvSpPr>
        <p:spPr/>
        <p:txBody>
          <a:bodyPr/>
          <a:lstStyle/>
          <a:p>
            <a:r>
              <a:rPr lang="en-GB"/>
              <a:t>Präsentationstitel | Name | Datum</a:t>
            </a:r>
            <a:endParaRPr lang="en-GB" dirty="0"/>
          </a:p>
        </p:txBody>
      </p:sp>
      <p:sp>
        <p:nvSpPr>
          <p:cNvPr id="3" name="Foliennummernplatzhalter 2">
            <a:extLst>
              <a:ext uri="{FF2B5EF4-FFF2-40B4-BE49-F238E27FC236}">
                <a16:creationId xmlns:a16="http://schemas.microsoft.com/office/drawing/2014/main" id="{D3828A2C-43CF-4B24-AB3D-CA11C4FC4B0E}"/>
              </a:ext>
              <a:ext uri="{C183D7F6-B498-43B3-948B-1728B52AA6E4}">
                <adec:decorative xmlns:adec="http://schemas.microsoft.com/office/drawing/2017/decorative" val="1"/>
              </a:ext>
            </a:extLst>
          </p:cNvPr>
          <p:cNvSpPr>
            <a:spLocks noGrp="1"/>
          </p:cNvSpPr>
          <p:nvPr>
            <p:ph type="sldNum" sz="quarter" idx="13"/>
          </p:nvPr>
        </p:nvSpPr>
        <p:spPr/>
        <p:txBody>
          <a:bodyPr/>
          <a:lstStyle/>
          <a:p>
            <a:fld id="{9C057DB4-583E-41A7-BD94-987342018C17}" type="slidenum">
              <a:rPr lang="en-GB" smtClean="0"/>
              <a:pPr/>
              <a:t>‹Nr.›</a:t>
            </a:fld>
            <a:endParaRPr lang="en-GB"/>
          </a:p>
        </p:txBody>
      </p:sp>
      <p:pic>
        <p:nvPicPr>
          <p:cNvPr id="12" name="Grafik 11">
            <a:extLst>
              <a:ext uri="{FF2B5EF4-FFF2-40B4-BE49-F238E27FC236}">
                <a16:creationId xmlns:a16="http://schemas.microsoft.com/office/drawing/2014/main" id="{E502DC7D-CE2C-49A4-AB84-DE425786F458}"/>
              </a:ext>
              <a:ext uri="{C183D7F6-B498-43B3-948B-1728B52AA6E4}">
                <adec:decorative xmlns:adec="http://schemas.microsoft.com/office/drawing/2017/decorative" val="1"/>
              </a:ext>
            </a:extLst>
          </p:cNvPr>
          <p:cNvPicPr>
            <a:picLocks noChangeAspect="1"/>
          </p:cNvPicPr>
          <p:nvPr userDrawn="1"/>
        </p:nvPicPr>
        <p:blipFill>
          <a:blip cstate="print">
            <a:extLst>
              <a:ext uri="{28A0092B-C50C-407E-A947-70E740481C1C}">
                <a14:useLocalDpi xmlns:a14="http://schemas.microsoft.com/office/drawing/2010/main" val="0"/>
              </a:ext>
              <a:ext uri="{96DAC541-7B7A-43D3-8B79-37D633B846F1}">
                <asvg:svgBlip xmlns:asvg="http://schemas.microsoft.com/office/drawing/2016/SVG/main" r:embed="rId2"/>
              </a:ext>
            </a:extLst>
          </a:blip>
          <a:stretch>
            <a:fillRect/>
          </a:stretch>
        </p:blipFill>
        <p:spPr>
          <a:xfrm>
            <a:off x="0" y="4704300"/>
            <a:ext cx="696991" cy="439200"/>
          </a:xfrm>
          <a:prstGeom prst="rect">
            <a:avLst/>
          </a:prstGeom>
        </p:spPr>
      </p:pic>
    </p:spTree>
    <p:extLst>
      <p:ext uri="{BB962C8B-B14F-4D97-AF65-F5344CB8AC3E}">
        <p14:creationId xmlns:p14="http://schemas.microsoft.com/office/powerpoint/2010/main" val="1061129701"/>
      </p:ext>
    </p:extLst>
  </p:cSld>
  <p:clrMapOvr>
    <a:masterClrMapping/>
  </p:clrMapOvr>
</p:sldLayout>
</file>

<file path=ppt/slideLayouts/slideLayout13.xml><?xml version="1.0" encoding="utf-8"?>
<p:sldLayout xmlns:a="http://schemas.openxmlformats.org/drawingml/2006/main" xmlns:r="http://schemas.openxmlformats.org/officeDocument/2006/relationships" xmlns:p="http://schemas.openxmlformats.org/presentationml/2006/main" preserve="1" userDrawn="1">
  <p:cSld name="INHALTSFOLIE 02 Blau">
    <p:spTree>
      <p:nvGrpSpPr>
        <p:cNvPr id="1" name=""/>
        <p:cNvGrpSpPr/>
        <p:nvPr/>
      </p:nvGrpSpPr>
      <p:grpSpPr>
        <a:xfrm>
          <a:off x="0" y="0"/>
          <a:ext cx="0" cy="0"/>
          <a:chOff x="0" y="0"/>
          <a:chExt cx="0" cy="0"/>
        </a:xfrm>
      </p:grpSpPr>
      <p:sp>
        <p:nvSpPr>
          <p:cNvPr id="11" name="Rechteck 10">
            <a:extLst>
              <a:ext uri="{C183D7F6-B498-43B3-948B-1728B52AA6E4}">
                <adec:decorative xmlns:adec="http://schemas.microsoft.com/office/drawing/2017/decorative" val="1"/>
              </a:ext>
            </a:extLst>
          </p:cNvPr>
          <p:cNvSpPr/>
          <p:nvPr userDrawn="1"/>
        </p:nvSpPr>
        <p:spPr>
          <a:xfrm>
            <a:off x="0" y="-1"/>
            <a:ext cx="9144000" cy="4729447"/>
          </a:xfrm>
          <a:prstGeom prst="rect">
            <a:avLst/>
          </a:prstGeom>
          <a:solidFill>
            <a:srgbClr val="005A96"/>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de-AT" sz="1350"/>
          </a:p>
        </p:txBody>
      </p:sp>
      <p:sp>
        <p:nvSpPr>
          <p:cNvPr id="23" name="Titelplatzhalter 1"/>
          <p:cNvSpPr>
            <a:spLocks noGrp="1"/>
          </p:cNvSpPr>
          <p:nvPr>
            <p:ph type="title" hasCustomPrompt="1"/>
          </p:nvPr>
        </p:nvSpPr>
        <p:spPr>
          <a:xfrm>
            <a:off x="180000" y="114303"/>
            <a:ext cx="8784000" cy="439153"/>
          </a:xfrm>
          <a:prstGeom prst="rect">
            <a:avLst/>
          </a:prstGeom>
        </p:spPr>
        <p:txBody>
          <a:bodyPr vert="horz" lIns="91440" tIns="45720" rIns="91440" bIns="45720" rtlCol="0" anchor="t">
            <a:normAutofit/>
          </a:bodyPr>
          <a:lstStyle>
            <a:lvl1pPr>
              <a:defRPr baseline="0">
                <a:solidFill>
                  <a:schemeClr val="bg1"/>
                </a:solidFill>
              </a:defRPr>
            </a:lvl1pPr>
          </a:lstStyle>
          <a:p>
            <a:r>
              <a:rPr lang="de-DE" dirty="0"/>
              <a:t>Folien Überschrift 1 (Arial </a:t>
            </a:r>
            <a:r>
              <a:rPr lang="de-DE" dirty="0" err="1"/>
              <a:t>Bold</a:t>
            </a:r>
            <a:r>
              <a:rPr lang="de-DE" dirty="0"/>
              <a:t>, 36pt)</a:t>
            </a:r>
            <a:br>
              <a:rPr lang="de-DE" dirty="0"/>
            </a:br>
            <a:endParaRPr lang="de-AT" dirty="0"/>
          </a:p>
        </p:txBody>
      </p:sp>
      <p:sp>
        <p:nvSpPr>
          <p:cNvPr id="14" name="Textplatzhalter 4">
            <a:extLst>
              <a:ext uri="{FF2B5EF4-FFF2-40B4-BE49-F238E27FC236}">
                <a16:creationId xmlns:a16="http://schemas.microsoft.com/office/drawing/2014/main" id="{C1810ADF-882B-4FFD-A401-52EBD2C3FFDA}"/>
              </a:ext>
            </a:extLst>
          </p:cNvPr>
          <p:cNvSpPr>
            <a:spLocks noGrp="1"/>
          </p:cNvSpPr>
          <p:nvPr>
            <p:ph type="body" sz="quarter" idx="15"/>
          </p:nvPr>
        </p:nvSpPr>
        <p:spPr>
          <a:xfrm>
            <a:off x="179388" y="607500"/>
            <a:ext cx="4320000" cy="4050000"/>
          </a:xfrm>
        </p:spPr>
        <p:txBody>
          <a:bodyPr/>
          <a:lstStyle>
            <a:lvl1pPr>
              <a:defRPr>
                <a:solidFill>
                  <a:schemeClr val="bg2"/>
                </a:solidFill>
              </a:defRPr>
            </a:lvl1pPr>
            <a:lvl2pPr>
              <a:defRPr>
                <a:solidFill>
                  <a:schemeClr val="bg2"/>
                </a:solidFill>
              </a:defRPr>
            </a:lvl2pPr>
            <a:lvl3pPr>
              <a:defRPr>
                <a:solidFill>
                  <a:schemeClr val="bg2"/>
                </a:solidFill>
              </a:defRPr>
            </a:lvl3pPr>
            <a:lvl4pPr>
              <a:defRPr>
                <a:solidFill>
                  <a:schemeClr val="bg2"/>
                </a:solidFill>
              </a:defRPr>
            </a:lvl4pPr>
            <a:lvl5pPr>
              <a:defRPr>
                <a:solidFill>
                  <a:schemeClr val="bg2"/>
                </a:solidFill>
              </a:defRPr>
            </a:lvl5pPr>
          </a:lstStyle>
          <a:p>
            <a:pPr lvl="0"/>
            <a:r>
              <a:rPr lang="de-DE"/>
              <a:t>Mastertextformat bearbeiten</a:t>
            </a:r>
          </a:p>
          <a:p>
            <a:pPr lvl="1"/>
            <a:r>
              <a:rPr lang="de-DE"/>
              <a:t>Zweite Ebene</a:t>
            </a:r>
          </a:p>
          <a:p>
            <a:pPr lvl="2"/>
            <a:r>
              <a:rPr lang="de-DE"/>
              <a:t>Dritte Ebene</a:t>
            </a:r>
          </a:p>
          <a:p>
            <a:pPr lvl="3"/>
            <a:r>
              <a:rPr lang="de-DE"/>
              <a:t>Vierte Ebene</a:t>
            </a:r>
          </a:p>
          <a:p>
            <a:pPr lvl="4"/>
            <a:r>
              <a:rPr lang="de-DE"/>
              <a:t>Fünfte Ebene</a:t>
            </a:r>
            <a:endParaRPr lang="de-AT" dirty="0"/>
          </a:p>
        </p:txBody>
      </p:sp>
      <p:sp>
        <p:nvSpPr>
          <p:cNvPr id="16" name="Textplatzhalter 4">
            <a:extLst>
              <a:ext uri="{FF2B5EF4-FFF2-40B4-BE49-F238E27FC236}">
                <a16:creationId xmlns:a16="http://schemas.microsoft.com/office/drawing/2014/main" id="{918F80D2-235B-4BC1-AB73-F792A6E717CD}"/>
              </a:ext>
            </a:extLst>
          </p:cNvPr>
          <p:cNvSpPr>
            <a:spLocks noGrp="1"/>
          </p:cNvSpPr>
          <p:nvPr>
            <p:ph type="body" sz="quarter" idx="16"/>
          </p:nvPr>
        </p:nvSpPr>
        <p:spPr>
          <a:xfrm>
            <a:off x="4644000" y="607500"/>
            <a:ext cx="4320000" cy="4050000"/>
          </a:xfrm>
        </p:spPr>
        <p:txBody>
          <a:bodyPr/>
          <a:lstStyle>
            <a:lvl1pPr>
              <a:defRPr>
                <a:solidFill>
                  <a:schemeClr val="bg2"/>
                </a:solidFill>
              </a:defRPr>
            </a:lvl1pPr>
            <a:lvl2pPr>
              <a:defRPr>
                <a:solidFill>
                  <a:schemeClr val="bg2"/>
                </a:solidFill>
              </a:defRPr>
            </a:lvl2pPr>
            <a:lvl3pPr>
              <a:defRPr>
                <a:solidFill>
                  <a:schemeClr val="bg2"/>
                </a:solidFill>
              </a:defRPr>
            </a:lvl3pPr>
            <a:lvl4pPr>
              <a:defRPr>
                <a:solidFill>
                  <a:schemeClr val="bg2"/>
                </a:solidFill>
              </a:defRPr>
            </a:lvl4pPr>
            <a:lvl5pPr>
              <a:defRPr>
                <a:solidFill>
                  <a:schemeClr val="bg2"/>
                </a:solidFill>
              </a:defRPr>
            </a:lvl5pPr>
          </a:lstStyle>
          <a:p>
            <a:pPr lvl="0"/>
            <a:r>
              <a:rPr lang="de-DE"/>
              <a:t>Mastertextformat bearbeiten</a:t>
            </a:r>
          </a:p>
          <a:p>
            <a:pPr lvl="1"/>
            <a:r>
              <a:rPr lang="de-DE"/>
              <a:t>Zweite Ebene</a:t>
            </a:r>
          </a:p>
          <a:p>
            <a:pPr lvl="2"/>
            <a:r>
              <a:rPr lang="de-DE"/>
              <a:t>Dritte Ebene</a:t>
            </a:r>
          </a:p>
          <a:p>
            <a:pPr lvl="3"/>
            <a:r>
              <a:rPr lang="de-DE"/>
              <a:t>Vierte Ebene</a:t>
            </a:r>
          </a:p>
          <a:p>
            <a:pPr lvl="4"/>
            <a:r>
              <a:rPr lang="de-DE"/>
              <a:t>Fünfte Ebene</a:t>
            </a:r>
            <a:endParaRPr lang="de-AT" dirty="0"/>
          </a:p>
        </p:txBody>
      </p:sp>
      <p:cxnSp>
        <p:nvCxnSpPr>
          <p:cNvPr id="24" name="Gerader Verbinder 23">
            <a:extLst>
              <a:ext uri="{C183D7F6-B498-43B3-948B-1728B52AA6E4}">
                <adec:decorative xmlns:adec="http://schemas.microsoft.com/office/drawing/2017/decorative" val="1"/>
              </a:ext>
            </a:extLst>
          </p:cNvPr>
          <p:cNvCxnSpPr/>
          <p:nvPr userDrawn="1"/>
        </p:nvCxnSpPr>
        <p:spPr>
          <a:xfrm>
            <a:off x="0" y="4729447"/>
            <a:ext cx="9144000" cy="0"/>
          </a:xfrm>
          <a:prstGeom prst="line">
            <a:avLst/>
          </a:prstGeom>
          <a:ln w="12700">
            <a:solidFill>
              <a:srgbClr val="72777A"/>
            </a:solidFill>
          </a:ln>
        </p:spPr>
        <p:style>
          <a:lnRef idx="1">
            <a:schemeClr val="accent1"/>
          </a:lnRef>
          <a:fillRef idx="0">
            <a:schemeClr val="accent1"/>
          </a:fillRef>
          <a:effectRef idx="0">
            <a:schemeClr val="accent1"/>
          </a:effectRef>
          <a:fontRef idx="minor">
            <a:schemeClr val="tx1"/>
          </a:fontRef>
        </p:style>
      </p:cxnSp>
      <p:cxnSp>
        <p:nvCxnSpPr>
          <p:cNvPr id="15" name="Gerader Verbinder 14">
            <a:extLst>
              <a:ext uri="{C183D7F6-B498-43B3-948B-1728B52AA6E4}">
                <adec:decorative xmlns:adec="http://schemas.microsoft.com/office/drawing/2017/decorative" val="1"/>
              </a:ext>
            </a:extLst>
          </p:cNvPr>
          <p:cNvCxnSpPr/>
          <p:nvPr userDrawn="1"/>
        </p:nvCxnSpPr>
        <p:spPr>
          <a:xfrm>
            <a:off x="8555052" y="4767638"/>
            <a:ext cx="0" cy="333633"/>
          </a:xfrm>
          <a:prstGeom prst="line">
            <a:avLst/>
          </a:prstGeom>
          <a:ln w="12700">
            <a:solidFill>
              <a:schemeClr val="bg1">
                <a:lumMod val="65000"/>
              </a:schemeClr>
            </a:solidFill>
          </a:ln>
        </p:spPr>
        <p:style>
          <a:lnRef idx="1">
            <a:schemeClr val="accent1"/>
          </a:lnRef>
          <a:fillRef idx="0">
            <a:schemeClr val="accent1"/>
          </a:fillRef>
          <a:effectRef idx="0">
            <a:schemeClr val="accent1"/>
          </a:effectRef>
          <a:fontRef idx="minor">
            <a:schemeClr val="tx1"/>
          </a:fontRef>
        </p:style>
      </p:cxnSp>
      <p:sp>
        <p:nvSpPr>
          <p:cNvPr id="2" name="Fußzeilenplatzhalter 1">
            <a:extLst>
              <a:ext uri="{FF2B5EF4-FFF2-40B4-BE49-F238E27FC236}">
                <a16:creationId xmlns:a16="http://schemas.microsoft.com/office/drawing/2014/main" id="{9913C93F-4C12-40C1-A6ED-7A7506D85F4A}"/>
              </a:ext>
              <a:ext uri="{C183D7F6-B498-43B3-948B-1728B52AA6E4}">
                <adec:decorative xmlns:adec="http://schemas.microsoft.com/office/drawing/2017/decorative" val="1"/>
              </a:ext>
            </a:extLst>
          </p:cNvPr>
          <p:cNvSpPr>
            <a:spLocks noGrp="1"/>
          </p:cNvSpPr>
          <p:nvPr>
            <p:ph type="ftr" sz="quarter" idx="13"/>
          </p:nvPr>
        </p:nvSpPr>
        <p:spPr/>
        <p:txBody>
          <a:bodyPr/>
          <a:lstStyle/>
          <a:p>
            <a:r>
              <a:rPr lang="en-GB"/>
              <a:t>Präsentationstitel | Name | Datum</a:t>
            </a:r>
            <a:endParaRPr lang="en-GB" dirty="0"/>
          </a:p>
        </p:txBody>
      </p:sp>
      <p:sp>
        <p:nvSpPr>
          <p:cNvPr id="3" name="Foliennummernplatzhalter 2">
            <a:extLst>
              <a:ext uri="{FF2B5EF4-FFF2-40B4-BE49-F238E27FC236}">
                <a16:creationId xmlns:a16="http://schemas.microsoft.com/office/drawing/2014/main" id="{2589EC2F-2384-4108-93D2-F2F7A4384568}"/>
              </a:ext>
              <a:ext uri="{C183D7F6-B498-43B3-948B-1728B52AA6E4}">
                <adec:decorative xmlns:adec="http://schemas.microsoft.com/office/drawing/2017/decorative" val="1"/>
              </a:ext>
            </a:extLst>
          </p:cNvPr>
          <p:cNvSpPr>
            <a:spLocks noGrp="1"/>
          </p:cNvSpPr>
          <p:nvPr>
            <p:ph type="sldNum" sz="quarter" idx="14"/>
          </p:nvPr>
        </p:nvSpPr>
        <p:spPr/>
        <p:txBody>
          <a:bodyPr/>
          <a:lstStyle/>
          <a:p>
            <a:fld id="{9C057DB4-583E-41A7-BD94-987342018C17}" type="slidenum">
              <a:rPr lang="en-GB" smtClean="0"/>
              <a:pPr/>
              <a:t>‹Nr.›</a:t>
            </a:fld>
            <a:endParaRPr lang="en-GB"/>
          </a:p>
        </p:txBody>
      </p:sp>
      <p:pic>
        <p:nvPicPr>
          <p:cNvPr id="12" name="Grafik 11">
            <a:extLst>
              <a:ext uri="{FF2B5EF4-FFF2-40B4-BE49-F238E27FC236}">
                <a16:creationId xmlns:a16="http://schemas.microsoft.com/office/drawing/2014/main" id="{B062C44E-6AED-4204-AA3F-E6AC415283B6}"/>
              </a:ext>
              <a:ext uri="{C183D7F6-B498-43B3-948B-1728B52AA6E4}">
                <adec:decorative xmlns:adec="http://schemas.microsoft.com/office/drawing/2017/decorative" val="1"/>
              </a:ext>
            </a:extLst>
          </p:cNvPr>
          <p:cNvPicPr>
            <a:picLocks noChangeAspect="1"/>
          </p:cNvPicPr>
          <p:nvPr userDrawn="1"/>
        </p:nvPicPr>
        <p:blipFill>
          <a:blip cstate="print">
            <a:extLst>
              <a:ext uri="{28A0092B-C50C-407E-A947-70E740481C1C}">
                <a14:useLocalDpi xmlns:a14="http://schemas.microsoft.com/office/drawing/2010/main" val="0"/>
              </a:ext>
              <a:ext uri="{96DAC541-7B7A-43D3-8B79-37D633B846F1}">
                <asvg:svgBlip xmlns:asvg="http://schemas.microsoft.com/office/drawing/2016/SVG/main" r:embed="rId2"/>
              </a:ext>
            </a:extLst>
          </a:blip>
          <a:stretch>
            <a:fillRect/>
          </a:stretch>
        </p:blipFill>
        <p:spPr>
          <a:xfrm>
            <a:off x="0" y="4704300"/>
            <a:ext cx="696991" cy="439200"/>
          </a:xfrm>
          <a:prstGeom prst="rect">
            <a:avLst/>
          </a:prstGeom>
        </p:spPr>
      </p:pic>
    </p:spTree>
    <p:extLst>
      <p:ext uri="{BB962C8B-B14F-4D97-AF65-F5344CB8AC3E}">
        <p14:creationId xmlns:p14="http://schemas.microsoft.com/office/powerpoint/2010/main" val="235048920"/>
      </p:ext>
    </p:extLst>
  </p:cSld>
  <p:clrMapOvr>
    <a:masterClrMapping/>
  </p:clrMapOvr>
</p:sldLayout>
</file>

<file path=ppt/slideMasters/_rels/slideMaster1.xml.rels><?xml version="1.0" encoding="UTF-8" standalone="yes"?>
<Relationships xmlns="http://schemas.openxmlformats.org/package/2006/relationships"><Relationship Id="rId8" Type="http://schemas.openxmlformats.org/officeDocument/2006/relationships/slideLayout" Target="../slideLayouts/slideLayout8.xml"/><Relationship Id="rId13" Type="http://schemas.openxmlformats.org/officeDocument/2006/relationships/slideLayout" Target="../slideLayouts/slideLayout13.xml"/><Relationship Id="rId3" Type="http://schemas.openxmlformats.org/officeDocument/2006/relationships/slideLayout" Target="../slideLayouts/slideLayout3.xml"/><Relationship Id="rId7" Type="http://schemas.openxmlformats.org/officeDocument/2006/relationships/slideLayout" Target="../slideLayouts/slideLayout7.xml"/><Relationship Id="rId12" Type="http://schemas.openxmlformats.org/officeDocument/2006/relationships/slideLayout" Target="../slideLayouts/slideLayout12.xml"/><Relationship Id="rId2" Type="http://schemas.openxmlformats.org/officeDocument/2006/relationships/slideLayout" Target="../slideLayouts/slideLayout2.xml"/><Relationship Id="rId1" Type="http://schemas.openxmlformats.org/officeDocument/2006/relationships/slideLayout" Target="../slideLayouts/slideLayout1.xml"/><Relationship Id="rId6" Type="http://schemas.openxmlformats.org/officeDocument/2006/relationships/slideLayout" Target="../slideLayouts/slideLayout6.xml"/><Relationship Id="rId11" Type="http://schemas.openxmlformats.org/officeDocument/2006/relationships/slideLayout" Target="../slideLayouts/slideLayout11.xml"/><Relationship Id="rId5" Type="http://schemas.openxmlformats.org/officeDocument/2006/relationships/slideLayout" Target="../slideLayouts/slideLayout5.xml"/><Relationship Id="rId10" Type="http://schemas.openxmlformats.org/officeDocument/2006/relationships/slideLayout" Target="../slideLayouts/slideLayout10.xml"/><Relationship Id="rId4" Type="http://schemas.openxmlformats.org/officeDocument/2006/relationships/slideLayout" Target="../slideLayouts/slideLayout4.xml"/><Relationship Id="rId9" Type="http://schemas.openxmlformats.org/officeDocument/2006/relationships/slideLayout" Target="../slideLayouts/slideLayout9.xml"/><Relationship Id="rId14" Type="http://schemas.openxmlformats.org/officeDocument/2006/relationships/theme" Target="../theme/theme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Titelplatzhalter 1"/>
          <p:cNvSpPr>
            <a:spLocks noGrp="1"/>
          </p:cNvSpPr>
          <p:nvPr>
            <p:ph type="title"/>
          </p:nvPr>
        </p:nvSpPr>
        <p:spPr>
          <a:xfrm>
            <a:off x="116682" y="114303"/>
            <a:ext cx="8910638" cy="439153"/>
          </a:xfrm>
          <a:prstGeom prst="rect">
            <a:avLst/>
          </a:prstGeom>
        </p:spPr>
        <p:txBody>
          <a:bodyPr vert="horz" lIns="91440" tIns="45720" rIns="91440" bIns="45720" rtlCol="0" anchor="t">
            <a:normAutofit/>
          </a:bodyPr>
          <a:lstStyle/>
          <a:p>
            <a:r>
              <a:rPr lang="de-DE" dirty="0"/>
              <a:t>Folien Überschrift 1 (Arial </a:t>
            </a:r>
            <a:r>
              <a:rPr lang="de-DE" dirty="0" err="1"/>
              <a:t>Bold</a:t>
            </a:r>
            <a:r>
              <a:rPr lang="de-DE" dirty="0"/>
              <a:t>, 36pt)</a:t>
            </a:r>
            <a:br>
              <a:rPr lang="de-DE" dirty="0"/>
            </a:br>
            <a:endParaRPr lang="de-AT" dirty="0"/>
          </a:p>
        </p:txBody>
      </p:sp>
      <p:sp>
        <p:nvSpPr>
          <p:cNvPr id="3" name="Textplatzhalter 2"/>
          <p:cNvSpPr>
            <a:spLocks noGrp="1"/>
          </p:cNvSpPr>
          <p:nvPr>
            <p:ph type="body" idx="1"/>
          </p:nvPr>
        </p:nvSpPr>
        <p:spPr>
          <a:xfrm>
            <a:off x="116682" y="689434"/>
            <a:ext cx="8910638" cy="4042109"/>
          </a:xfrm>
          <a:prstGeom prst="rect">
            <a:avLst/>
          </a:prstGeom>
        </p:spPr>
        <p:txBody>
          <a:bodyPr vert="horz" lIns="91440" tIns="45720" rIns="91440" bIns="45720" rtlCol="0">
            <a:normAutofit/>
          </a:bodyPr>
          <a:lstStyle/>
          <a:p>
            <a:pPr lvl="0"/>
            <a:r>
              <a:rPr lang="de-DE" dirty="0"/>
              <a:t>Überschrift 2 (Arial </a:t>
            </a:r>
            <a:r>
              <a:rPr lang="de-DE" dirty="0" err="1"/>
              <a:t>Bold</a:t>
            </a:r>
            <a:r>
              <a:rPr lang="de-DE" dirty="0"/>
              <a:t>, 28pt)</a:t>
            </a:r>
          </a:p>
          <a:p>
            <a:pPr lvl="1"/>
            <a:r>
              <a:rPr lang="de-DE" dirty="0"/>
              <a:t>Überschrift 3 (Arial </a:t>
            </a:r>
            <a:r>
              <a:rPr lang="de-DE" dirty="0" err="1"/>
              <a:t>Bold</a:t>
            </a:r>
            <a:r>
              <a:rPr lang="de-DE" dirty="0"/>
              <a:t>, 24pt)</a:t>
            </a:r>
          </a:p>
          <a:p>
            <a:pPr marL="857228" marR="0" lvl="2" indent="-171446" algn="l" defTabSz="685783" rtl="0" eaLnBrk="1" fontAlgn="auto" latinLnBrk="0" hangingPunct="1">
              <a:lnSpc>
                <a:spcPct val="90000"/>
              </a:lnSpc>
              <a:spcBef>
                <a:spcPts val="375"/>
              </a:spcBef>
              <a:spcAft>
                <a:spcPts val="0"/>
              </a:spcAft>
              <a:buClrTx/>
              <a:buSzTx/>
              <a:buFont typeface="Symbol" panose="05050102010706020507" pitchFamily="18" charset="2"/>
              <a:buChar char="-"/>
              <a:tabLst/>
              <a:defRPr/>
            </a:pPr>
            <a:r>
              <a:rPr lang="de-DE" dirty="0"/>
              <a:t>Laufschrift </a:t>
            </a:r>
            <a:r>
              <a:rPr lang="de-DE" dirty="0" err="1"/>
              <a:t>mindestgröße</a:t>
            </a:r>
            <a:r>
              <a:rPr lang="de-DE" dirty="0"/>
              <a:t> (Arial, 18pt)</a:t>
            </a:r>
          </a:p>
          <a:p>
            <a:pPr marL="1285843" marR="0" lvl="3" indent="-171446" algn="l" defTabSz="685783" rtl="0" eaLnBrk="1" fontAlgn="auto" latinLnBrk="0" hangingPunct="1">
              <a:lnSpc>
                <a:spcPct val="90000"/>
              </a:lnSpc>
              <a:spcBef>
                <a:spcPts val="375"/>
              </a:spcBef>
              <a:spcAft>
                <a:spcPts val="0"/>
              </a:spcAft>
              <a:buClrTx/>
              <a:buSzTx/>
              <a:buFont typeface="Symbol" panose="05050102010706020507" pitchFamily="18" charset="2"/>
              <a:buChar char="-"/>
              <a:tabLst/>
              <a:defRPr/>
            </a:pPr>
            <a:r>
              <a:rPr lang="de-DE" dirty="0"/>
              <a:t>Laufschrift </a:t>
            </a:r>
            <a:r>
              <a:rPr lang="de-DE" dirty="0" err="1"/>
              <a:t>mindestgröße</a:t>
            </a:r>
            <a:r>
              <a:rPr lang="de-DE" dirty="0"/>
              <a:t> (Arial, 16pt)</a:t>
            </a:r>
          </a:p>
          <a:p>
            <a:pPr marL="1543012" marR="0" lvl="4" indent="-171446" algn="l" defTabSz="685783" rtl="0" eaLnBrk="1" fontAlgn="auto" latinLnBrk="0" hangingPunct="1">
              <a:lnSpc>
                <a:spcPct val="90000"/>
              </a:lnSpc>
              <a:spcBef>
                <a:spcPts val="375"/>
              </a:spcBef>
              <a:spcAft>
                <a:spcPts val="0"/>
              </a:spcAft>
              <a:buClrTx/>
              <a:buSzTx/>
              <a:buFont typeface="Symbol" panose="05050102010706020507" pitchFamily="18" charset="2"/>
              <a:buChar char="-"/>
              <a:tabLst/>
              <a:defRPr/>
            </a:pPr>
            <a:r>
              <a:rPr lang="de-DE" dirty="0"/>
              <a:t>Fünfte Ebene</a:t>
            </a:r>
          </a:p>
        </p:txBody>
      </p:sp>
      <p:sp>
        <p:nvSpPr>
          <p:cNvPr id="4" name="Fußzeilenplatzhalter 3">
            <a:extLst>
              <a:ext uri="{FF2B5EF4-FFF2-40B4-BE49-F238E27FC236}">
                <a16:creationId xmlns:a16="http://schemas.microsoft.com/office/drawing/2014/main" id="{24E08F28-5ED9-497F-8AE1-EDBEA8C7CD00}"/>
              </a:ext>
              <a:ext uri="{C183D7F6-B498-43B3-948B-1728B52AA6E4}">
                <adec:decorative xmlns:adec="http://schemas.microsoft.com/office/drawing/2017/decorative" val="1"/>
              </a:ext>
            </a:extLst>
          </p:cNvPr>
          <p:cNvSpPr>
            <a:spLocks noGrp="1"/>
          </p:cNvSpPr>
          <p:nvPr>
            <p:ph type="ftr" sz="quarter" idx="3"/>
          </p:nvPr>
        </p:nvSpPr>
        <p:spPr>
          <a:xfrm>
            <a:off x="2793304" y="4812504"/>
            <a:ext cx="5674248" cy="273844"/>
          </a:xfrm>
          <a:prstGeom prst="rect">
            <a:avLst/>
          </a:prstGeom>
        </p:spPr>
        <p:txBody>
          <a:bodyPr vert="horz" lIns="91440" tIns="45720" rIns="91440" bIns="45720" rtlCol="0" anchor="ctr"/>
          <a:lstStyle>
            <a:lvl1pPr algn="r">
              <a:defRPr sz="750">
                <a:solidFill>
                  <a:schemeClr val="tx1"/>
                </a:solidFill>
              </a:defRPr>
            </a:lvl1pPr>
          </a:lstStyle>
          <a:p>
            <a:r>
              <a:rPr lang="en-GB"/>
              <a:t>Präsentationstitel | Name | Datum</a:t>
            </a:r>
            <a:endParaRPr lang="en-GB" dirty="0"/>
          </a:p>
        </p:txBody>
      </p:sp>
      <p:sp>
        <p:nvSpPr>
          <p:cNvPr id="5" name="Foliennummernplatzhalter 4">
            <a:extLst>
              <a:ext uri="{FF2B5EF4-FFF2-40B4-BE49-F238E27FC236}">
                <a16:creationId xmlns:a16="http://schemas.microsoft.com/office/drawing/2014/main" id="{565B2D6C-EFE7-43C3-BA49-A7C81C2B5A0C}"/>
              </a:ext>
              <a:ext uri="{C183D7F6-B498-43B3-948B-1728B52AA6E4}">
                <adec:decorative xmlns:adec="http://schemas.microsoft.com/office/drawing/2017/decorative" val="1"/>
              </a:ext>
            </a:extLst>
          </p:cNvPr>
          <p:cNvSpPr>
            <a:spLocks noGrp="1"/>
          </p:cNvSpPr>
          <p:nvPr>
            <p:ph type="sldNum" sz="quarter" idx="4"/>
          </p:nvPr>
        </p:nvSpPr>
        <p:spPr>
          <a:xfrm>
            <a:off x="8542066" y="4812504"/>
            <a:ext cx="485255" cy="273844"/>
          </a:xfrm>
          <a:prstGeom prst="rect">
            <a:avLst/>
          </a:prstGeom>
        </p:spPr>
        <p:txBody>
          <a:bodyPr vert="horz" lIns="91440" tIns="45720" rIns="91440" bIns="45720" rtlCol="0" anchor="ctr"/>
          <a:lstStyle>
            <a:lvl1pPr algn="r">
              <a:defRPr sz="900">
                <a:solidFill>
                  <a:schemeClr val="tx1"/>
                </a:solidFill>
              </a:defRPr>
            </a:lvl1pPr>
          </a:lstStyle>
          <a:p>
            <a:fld id="{9C057DB4-583E-41A7-BD94-987342018C17}" type="slidenum">
              <a:rPr lang="en-GB" smtClean="0"/>
              <a:pPr/>
              <a:t>‹Nr.›</a:t>
            </a:fld>
            <a:endParaRPr lang="en-GB"/>
          </a:p>
        </p:txBody>
      </p:sp>
    </p:spTree>
    <p:extLst>
      <p:ext uri="{BB962C8B-B14F-4D97-AF65-F5344CB8AC3E}">
        <p14:creationId xmlns:p14="http://schemas.microsoft.com/office/powerpoint/2010/main" val="2873087812"/>
      </p:ext>
    </p:extLst>
  </p:cSld>
  <p:clrMap bg1="lt1" tx1="dk1" bg2="lt2" tx2="dk2" accent1="accent1" accent2="accent2" accent3="accent3" accent4="accent4" accent5="accent5" accent6="accent6" hlink="hlink" folHlink="folHlink"/>
  <p:sldLayoutIdLst>
    <p:sldLayoutId id="2147483653" r:id="rId1"/>
    <p:sldLayoutId id="2147483654" r:id="rId2"/>
    <p:sldLayoutId id="2147483655" r:id="rId3"/>
    <p:sldLayoutId id="2147483657" r:id="rId4"/>
    <p:sldLayoutId id="2147483669" r:id="rId5"/>
    <p:sldLayoutId id="2147483660" r:id="rId6"/>
    <p:sldLayoutId id="2147483659" r:id="rId7"/>
    <p:sldLayoutId id="2147483662" r:id="rId8"/>
    <p:sldLayoutId id="2147483665" r:id="rId9"/>
    <p:sldLayoutId id="2147483661" r:id="rId10"/>
    <p:sldLayoutId id="2147483666" r:id="rId11"/>
    <p:sldLayoutId id="2147483664" r:id="rId12"/>
    <p:sldLayoutId id="2147483668" r:id="rId13"/>
  </p:sldLayoutIdLst>
  <p:hf hdr="0" dt="0"/>
  <p:txStyles>
    <p:titleStyle>
      <a:lvl1pPr algn="l" defTabSz="685783" rtl="0" eaLnBrk="1" latinLnBrk="0" hangingPunct="1">
        <a:lnSpc>
          <a:spcPct val="90000"/>
        </a:lnSpc>
        <a:spcBef>
          <a:spcPct val="0"/>
        </a:spcBef>
        <a:buNone/>
        <a:defRPr sz="2700" b="1" kern="1200" baseline="0">
          <a:solidFill>
            <a:schemeClr val="tx1"/>
          </a:solidFill>
          <a:latin typeface="Arial" panose="020B0604020202020204" pitchFamily="34" charset="0"/>
          <a:ea typeface="+mj-ea"/>
          <a:cs typeface="Arial" panose="020B0604020202020204" pitchFamily="34" charset="0"/>
        </a:defRPr>
      </a:lvl1pPr>
    </p:titleStyle>
    <p:bodyStyle>
      <a:lvl1pPr marL="171446" indent="-171446" algn="l" defTabSz="685783" rtl="0" eaLnBrk="1" latinLnBrk="0" hangingPunct="1">
        <a:lnSpc>
          <a:spcPct val="90000"/>
        </a:lnSpc>
        <a:spcBef>
          <a:spcPts val="375"/>
        </a:spcBef>
        <a:spcAft>
          <a:spcPts val="375"/>
        </a:spcAft>
        <a:buFont typeface="Arial" panose="020B0604020202020204" pitchFamily="34" charset="0"/>
        <a:buChar char="•"/>
        <a:defRPr sz="2100" kern="1200">
          <a:solidFill>
            <a:schemeClr val="tx1"/>
          </a:solidFill>
          <a:latin typeface="Arial" panose="020B0604020202020204" pitchFamily="34" charset="0"/>
          <a:ea typeface="+mn-ea"/>
          <a:cs typeface="Arial" panose="020B0604020202020204" pitchFamily="34" charset="0"/>
        </a:defRPr>
      </a:lvl1pPr>
      <a:lvl2pPr marL="514337" indent="-171446" algn="l" defTabSz="685783" rtl="0" eaLnBrk="1" latinLnBrk="0" hangingPunct="1">
        <a:lnSpc>
          <a:spcPct val="90000"/>
        </a:lnSpc>
        <a:spcBef>
          <a:spcPts val="375"/>
        </a:spcBef>
        <a:spcAft>
          <a:spcPts val="375"/>
        </a:spcAft>
        <a:buFont typeface="Arial" panose="020B0604020202020204" pitchFamily="34" charset="0"/>
        <a:buChar char="•"/>
        <a:defRPr sz="1800" kern="1200">
          <a:solidFill>
            <a:schemeClr val="tx1"/>
          </a:solidFill>
          <a:latin typeface="Arial" panose="020B0604020202020204" pitchFamily="34" charset="0"/>
          <a:ea typeface="+mn-ea"/>
          <a:cs typeface="Arial" panose="020B0604020202020204" pitchFamily="34" charset="0"/>
        </a:defRPr>
      </a:lvl2pPr>
      <a:lvl3pPr marL="857228" marR="0" indent="-171446" algn="l" defTabSz="685783" rtl="0" eaLnBrk="1" fontAlgn="auto" latinLnBrk="0" hangingPunct="1">
        <a:lnSpc>
          <a:spcPct val="90000"/>
        </a:lnSpc>
        <a:spcBef>
          <a:spcPts val="375"/>
        </a:spcBef>
        <a:spcAft>
          <a:spcPts val="375"/>
        </a:spcAft>
        <a:buClrTx/>
        <a:buSzTx/>
        <a:buFont typeface="Symbol" panose="05050102010706020507" pitchFamily="18" charset="2"/>
        <a:buChar char="-"/>
        <a:tabLst/>
        <a:defRPr sz="1350" kern="1200">
          <a:solidFill>
            <a:schemeClr val="tx1"/>
          </a:solidFill>
          <a:latin typeface="Arial" panose="020B0604020202020204" pitchFamily="34" charset="0"/>
          <a:ea typeface="+mn-ea"/>
          <a:cs typeface="Arial" panose="020B0604020202020204" pitchFamily="34" charset="0"/>
        </a:defRPr>
      </a:lvl3pPr>
      <a:lvl4pPr marL="1285843" marR="0" indent="-171446" algn="l" defTabSz="685783" rtl="0" eaLnBrk="1" fontAlgn="auto" latinLnBrk="0" hangingPunct="1">
        <a:lnSpc>
          <a:spcPct val="90000"/>
        </a:lnSpc>
        <a:spcBef>
          <a:spcPts val="375"/>
        </a:spcBef>
        <a:spcAft>
          <a:spcPts val="0"/>
        </a:spcAft>
        <a:buClrTx/>
        <a:buSzTx/>
        <a:buFont typeface="Symbol" panose="05050102010706020507" pitchFamily="18" charset="2"/>
        <a:buChar char="-"/>
        <a:tabLst/>
        <a:defRPr sz="1200" kern="1200">
          <a:solidFill>
            <a:schemeClr val="tx1"/>
          </a:solidFill>
          <a:latin typeface="Arial" panose="020B0604020202020204" pitchFamily="34" charset="0"/>
          <a:ea typeface="+mn-ea"/>
          <a:cs typeface="Arial" panose="020B0604020202020204" pitchFamily="34" charset="0"/>
        </a:defRPr>
      </a:lvl4pPr>
      <a:lvl5pPr marL="1543012" indent="-171446" algn="l" defTabSz="685783" rtl="0" eaLnBrk="1" latinLnBrk="0" hangingPunct="1">
        <a:lnSpc>
          <a:spcPct val="90000"/>
        </a:lnSpc>
        <a:spcBef>
          <a:spcPts val="375"/>
        </a:spcBef>
        <a:buFont typeface="Arial" panose="020B0604020202020204" pitchFamily="34" charset="0"/>
        <a:buChar char="•"/>
        <a:defRPr sz="1050" kern="1200">
          <a:solidFill>
            <a:schemeClr val="tx1"/>
          </a:solidFill>
          <a:latin typeface="Arial" panose="020B0604020202020204" pitchFamily="34" charset="0"/>
          <a:ea typeface="+mn-ea"/>
          <a:cs typeface="Arial" panose="020B0604020202020204" pitchFamily="34" charset="0"/>
        </a:defRPr>
      </a:lvl5pPr>
      <a:lvl6pPr marL="1885903" indent="-171446" algn="l" defTabSz="685783" rtl="0" eaLnBrk="1" latinLnBrk="0" hangingPunct="1">
        <a:lnSpc>
          <a:spcPct val="90000"/>
        </a:lnSpc>
        <a:spcBef>
          <a:spcPts val="375"/>
        </a:spcBef>
        <a:buFont typeface="Arial" panose="020B0604020202020204" pitchFamily="34" charset="0"/>
        <a:buChar char="•"/>
        <a:defRPr sz="1350" kern="1200">
          <a:solidFill>
            <a:schemeClr val="tx1"/>
          </a:solidFill>
          <a:latin typeface="+mn-lt"/>
          <a:ea typeface="+mn-ea"/>
          <a:cs typeface="+mn-cs"/>
        </a:defRPr>
      </a:lvl6pPr>
      <a:lvl7pPr marL="2228795" indent="-171446" algn="l" defTabSz="685783" rtl="0" eaLnBrk="1" latinLnBrk="0" hangingPunct="1">
        <a:lnSpc>
          <a:spcPct val="90000"/>
        </a:lnSpc>
        <a:spcBef>
          <a:spcPts val="375"/>
        </a:spcBef>
        <a:buFont typeface="Arial" panose="020B0604020202020204" pitchFamily="34" charset="0"/>
        <a:buChar char="•"/>
        <a:defRPr sz="1350" kern="1200">
          <a:solidFill>
            <a:schemeClr val="tx1"/>
          </a:solidFill>
          <a:latin typeface="+mn-lt"/>
          <a:ea typeface="+mn-ea"/>
          <a:cs typeface="+mn-cs"/>
        </a:defRPr>
      </a:lvl7pPr>
      <a:lvl8pPr marL="2571686" indent="-171446" algn="l" defTabSz="685783" rtl="0" eaLnBrk="1" latinLnBrk="0" hangingPunct="1">
        <a:lnSpc>
          <a:spcPct val="90000"/>
        </a:lnSpc>
        <a:spcBef>
          <a:spcPts val="375"/>
        </a:spcBef>
        <a:buFont typeface="Arial" panose="020B0604020202020204" pitchFamily="34" charset="0"/>
        <a:buChar char="•"/>
        <a:defRPr sz="1350" kern="1200">
          <a:solidFill>
            <a:schemeClr val="tx1"/>
          </a:solidFill>
          <a:latin typeface="+mn-lt"/>
          <a:ea typeface="+mn-ea"/>
          <a:cs typeface="+mn-cs"/>
        </a:defRPr>
      </a:lvl8pPr>
      <a:lvl9pPr marL="2914577" indent="-171446" algn="l" defTabSz="685783" rtl="0" eaLnBrk="1" latinLnBrk="0" hangingPunct="1">
        <a:lnSpc>
          <a:spcPct val="90000"/>
        </a:lnSpc>
        <a:spcBef>
          <a:spcPts val="375"/>
        </a:spcBef>
        <a:buFont typeface="Arial" panose="020B0604020202020204" pitchFamily="34" charset="0"/>
        <a:buChar char="•"/>
        <a:defRPr sz="1350" kern="1200">
          <a:solidFill>
            <a:schemeClr val="tx1"/>
          </a:solidFill>
          <a:latin typeface="+mn-lt"/>
          <a:ea typeface="+mn-ea"/>
          <a:cs typeface="+mn-cs"/>
        </a:defRPr>
      </a:lvl9pPr>
    </p:bodyStyle>
    <p:otherStyle>
      <a:defPPr>
        <a:defRPr lang="de-DE"/>
      </a:defPPr>
      <a:lvl1pPr marL="0" algn="l" defTabSz="685783" rtl="0" eaLnBrk="1" latinLnBrk="0" hangingPunct="1">
        <a:defRPr sz="1350" kern="1200">
          <a:solidFill>
            <a:schemeClr val="tx1"/>
          </a:solidFill>
          <a:latin typeface="+mn-lt"/>
          <a:ea typeface="+mn-ea"/>
          <a:cs typeface="+mn-cs"/>
        </a:defRPr>
      </a:lvl1pPr>
      <a:lvl2pPr marL="342892" algn="l" defTabSz="685783" rtl="0" eaLnBrk="1" latinLnBrk="0" hangingPunct="1">
        <a:defRPr sz="1350" kern="1200">
          <a:solidFill>
            <a:schemeClr val="tx1"/>
          </a:solidFill>
          <a:latin typeface="+mn-lt"/>
          <a:ea typeface="+mn-ea"/>
          <a:cs typeface="+mn-cs"/>
        </a:defRPr>
      </a:lvl2pPr>
      <a:lvl3pPr marL="685783" algn="l" defTabSz="685783" rtl="0" eaLnBrk="1" latinLnBrk="0" hangingPunct="1">
        <a:defRPr sz="1350" kern="1200">
          <a:solidFill>
            <a:schemeClr val="tx1"/>
          </a:solidFill>
          <a:latin typeface="+mn-lt"/>
          <a:ea typeface="+mn-ea"/>
          <a:cs typeface="+mn-cs"/>
        </a:defRPr>
      </a:lvl3pPr>
      <a:lvl4pPr marL="1028675" algn="l" defTabSz="685783" rtl="0" eaLnBrk="1" latinLnBrk="0" hangingPunct="1">
        <a:defRPr sz="1350" kern="1200">
          <a:solidFill>
            <a:schemeClr val="tx1"/>
          </a:solidFill>
          <a:latin typeface="+mn-lt"/>
          <a:ea typeface="+mn-ea"/>
          <a:cs typeface="+mn-cs"/>
        </a:defRPr>
      </a:lvl4pPr>
      <a:lvl5pPr marL="1371566" algn="l" defTabSz="685783" rtl="0" eaLnBrk="1" latinLnBrk="0" hangingPunct="1">
        <a:defRPr sz="1350" kern="1200">
          <a:solidFill>
            <a:schemeClr val="tx1"/>
          </a:solidFill>
          <a:latin typeface="+mn-lt"/>
          <a:ea typeface="+mn-ea"/>
          <a:cs typeface="+mn-cs"/>
        </a:defRPr>
      </a:lvl5pPr>
      <a:lvl6pPr marL="1714457" algn="l" defTabSz="685783" rtl="0" eaLnBrk="1" latinLnBrk="0" hangingPunct="1">
        <a:defRPr sz="1350" kern="1200">
          <a:solidFill>
            <a:schemeClr val="tx1"/>
          </a:solidFill>
          <a:latin typeface="+mn-lt"/>
          <a:ea typeface="+mn-ea"/>
          <a:cs typeface="+mn-cs"/>
        </a:defRPr>
      </a:lvl6pPr>
      <a:lvl7pPr marL="2057348" algn="l" defTabSz="685783" rtl="0" eaLnBrk="1" latinLnBrk="0" hangingPunct="1">
        <a:defRPr sz="1350" kern="1200">
          <a:solidFill>
            <a:schemeClr val="tx1"/>
          </a:solidFill>
          <a:latin typeface="+mn-lt"/>
          <a:ea typeface="+mn-ea"/>
          <a:cs typeface="+mn-cs"/>
        </a:defRPr>
      </a:lvl7pPr>
      <a:lvl8pPr marL="2400240" algn="l" defTabSz="685783" rtl="0" eaLnBrk="1" latinLnBrk="0" hangingPunct="1">
        <a:defRPr sz="1350" kern="1200">
          <a:solidFill>
            <a:schemeClr val="tx1"/>
          </a:solidFill>
          <a:latin typeface="+mn-lt"/>
          <a:ea typeface="+mn-ea"/>
          <a:cs typeface="+mn-cs"/>
        </a:defRPr>
      </a:lvl8pPr>
      <a:lvl9pPr marL="2743132" algn="l" defTabSz="685783" rtl="0" eaLnBrk="1" latinLnBrk="0" hangingPunct="1">
        <a:defRPr sz="1350" kern="1200">
          <a:solidFill>
            <a:schemeClr val="tx1"/>
          </a:solidFill>
          <a:latin typeface="+mn-lt"/>
          <a:ea typeface="+mn-ea"/>
          <a:cs typeface="+mn-cs"/>
        </a:defRPr>
      </a:lvl9pPr>
    </p:otherStyle>
  </p:txStyles>
  <p:extLst>
    <p:ext uri="{27BBF7A9-308A-43DC-89C8-2F10F3537804}">
      <p15:sldGuideLst xmlns:p15="http://schemas.microsoft.com/office/powerpoint/2012/main">
        <p15:guide id="1" pos="74" userDrawn="1">
          <p15:clr>
            <a:srgbClr val="F26B43"/>
          </p15:clr>
        </p15:guide>
        <p15:guide id="2" orient="horz" pos="72" userDrawn="1">
          <p15:clr>
            <a:srgbClr val="F26B43"/>
          </p15:clr>
        </p15:guide>
        <p15:guide id="3" orient="horz" pos="2981" userDrawn="1">
          <p15:clr>
            <a:srgbClr val="F26B43"/>
          </p15:clr>
        </p15:guide>
        <p15:guide id="4" pos="5687" userDrawn="1">
          <p15:clr>
            <a:srgbClr val="F26B43"/>
          </p15:clr>
        </p15:guide>
        <p15:guide id="5" orient="horz" pos="1620" userDrawn="1">
          <p15:clr>
            <a:srgbClr val="F26B43"/>
          </p15:clr>
        </p15:guide>
        <p15:guide id="6" pos="2880" userDrawn="1">
          <p15:clr>
            <a:srgbClr val="F26B43"/>
          </p15:clr>
        </p15:guide>
      </p15:sldGuideLst>
    </p:ext>
  </p:extLst>
</p:sldMaster>
</file>

<file path=ppt/slides/_rels/slide1.xml.rels><?xml version="1.0" encoding="UTF-8" standalone="yes"?>
<Relationships xmlns="http://schemas.openxmlformats.org/package/2006/relationships"><Relationship Id="rId2" Type="http://schemas.openxmlformats.org/officeDocument/2006/relationships/notesSlide" Target="../notesSlides/notesSlide1.xml"/><Relationship Id="rId1" Type="http://schemas.openxmlformats.org/officeDocument/2006/relationships/slideLayout" Target="../slideLayouts/slideLayout4.xml"/></Relationships>
</file>

<file path=ppt/slides/_rels/slide2.xml.rels><?xml version="1.0" encoding="UTF-8" standalone="yes"?>
<Relationships xmlns="http://schemas.openxmlformats.org/package/2006/relationships"><Relationship Id="rId3" Type="http://schemas.openxmlformats.org/officeDocument/2006/relationships/image" Target="../media/image6.png"/><Relationship Id="rId2" Type="http://schemas.openxmlformats.org/officeDocument/2006/relationships/notesSlide" Target="../notesSlides/notesSlide2.xml"/><Relationship Id="rId1" Type="http://schemas.openxmlformats.org/officeDocument/2006/relationships/slideLayout" Target="../slideLayouts/slideLayout8.xml"/></Relationships>
</file>

<file path=ppt/slides/_rels/slide3.xml.rels><?xml version="1.0" encoding="UTF-8" standalone="yes"?>
<Relationships xmlns="http://schemas.openxmlformats.org/package/2006/relationships"><Relationship Id="rId2" Type="http://schemas.openxmlformats.org/officeDocument/2006/relationships/notesSlide" Target="../notesSlides/notesSlide3.xml"/><Relationship Id="rId1" Type="http://schemas.openxmlformats.org/officeDocument/2006/relationships/slideLayout" Target="../slideLayouts/slideLayout8.xml"/></Relationships>
</file>

<file path=ppt/slides/_rels/slide4.xml.rels><?xml version="1.0" encoding="UTF-8" standalone="yes"?>
<Relationships xmlns="http://schemas.openxmlformats.org/package/2006/relationships"><Relationship Id="rId3" Type="http://schemas.openxmlformats.org/officeDocument/2006/relationships/image" Target="../media/image7.jpeg"/><Relationship Id="rId2" Type="http://schemas.openxmlformats.org/officeDocument/2006/relationships/notesSlide" Target="../notesSlides/notesSlide4.xml"/><Relationship Id="rId1" Type="http://schemas.openxmlformats.org/officeDocument/2006/relationships/slideLayout" Target="../slideLayouts/slideLayout8.xml"/></Relationships>
</file>

<file path=ppt/slides/_rels/slide5.xml.rels><?xml version="1.0" encoding="UTF-8" standalone="yes"?>
<Relationships xmlns="http://schemas.openxmlformats.org/package/2006/relationships"><Relationship Id="rId2" Type="http://schemas.openxmlformats.org/officeDocument/2006/relationships/notesSlide" Target="../notesSlides/notesSlide5.xml"/><Relationship Id="rId1" Type="http://schemas.openxmlformats.org/officeDocument/2006/relationships/slideLayout" Target="../slideLayouts/slideLayout8.xml"/></Relationships>
</file>

<file path=ppt/slides/_rels/slide6.xml.rels><?xml version="1.0" encoding="UTF-8" standalone="yes"?>
<Relationships xmlns="http://schemas.openxmlformats.org/package/2006/relationships"><Relationship Id="rId2" Type="http://schemas.openxmlformats.org/officeDocument/2006/relationships/notesSlide" Target="../notesSlides/notesSlide6.xml"/><Relationship Id="rId1" Type="http://schemas.openxmlformats.org/officeDocument/2006/relationships/slideLayout" Target="../slideLayouts/slideLayout8.xml"/></Relationships>
</file>

<file path=ppt/slides/_rels/slide7.xml.rels><?xml version="1.0" encoding="UTF-8" standalone="yes"?>
<Relationships xmlns="http://schemas.openxmlformats.org/package/2006/relationships"><Relationship Id="rId3" Type="http://schemas.openxmlformats.org/officeDocument/2006/relationships/image" Target="../media/image8.png"/><Relationship Id="rId2" Type="http://schemas.openxmlformats.org/officeDocument/2006/relationships/notesSlide" Target="../notesSlides/notesSlide7.xml"/><Relationship Id="rId1" Type="http://schemas.openxmlformats.org/officeDocument/2006/relationships/slideLayout" Target="../slideLayouts/slideLayout8.xml"/></Relationships>
</file>

<file path=ppt/slides/_rels/slide8.xml.rels><?xml version="1.0" encoding="UTF-8" standalone="yes"?>
<Relationships xmlns="http://schemas.openxmlformats.org/package/2006/relationships"><Relationship Id="rId3" Type="http://schemas.openxmlformats.org/officeDocument/2006/relationships/image" Target="../media/image9.png"/><Relationship Id="rId2" Type="http://schemas.openxmlformats.org/officeDocument/2006/relationships/notesSlide" Target="../notesSlides/notesSlide8.xml"/><Relationship Id="rId1" Type="http://schemas.openxmlformats.org/officeDocument/2006/relationships/slideLayout" Target="../slideLayouts/slideLayout8.xml"/><Relationship Id="rId4" Type="http://schemas.openxmlformats.org/officeDocument/2006/relationships/image" Target="../media/image10.png"/></Relationships>
</file>

<file path=ppt/slides/_rels/slide9.xml.rels><?xml version="1.0" encoding="UTF-8" standalone="yes"?>
<Relationships xmlns="http://schemas.openxmlformats.org/package/2006/relationships"><Relationship Id="rId3" Type="http://schemas.openxmlformats.org/officeDocument/2006/relationships/image" Target="../media/image11.png"/><Relationship Id="rId2" Type="http://schemas.openxmlformats.org/officeDocument/2006/relationships/notesSlide" Target="../notesSlides/notesSlide9.xml"/><Relationship Id="rId1" Type="http://schemas.openxmlformats.org/officeDocument/2006/relationships/slideLayout" Target="../slideLayouts/slideLayout8.xml"/></Relationships>
</file>

<file path=ppt/slides/_rels/slide10.xml.rels><?xml version="1.0" encoding="UTF-8" standalone="yes"?>
<Relationships xmlns="http://schemas.openxmlformats.org/package/2006/relationships"><Relationship Id="rId3" Type="http://schemas.openxmlformats.org/officeDocument/2006/relationships/image" Target="../media/image12.png"/><Relationship Id="rId2" Type="http://schemas.openxmlformats.org/officeDocument/2006/relationships/notesSlide" Target="../notesSlides/notesSlide10.xml"/><Relationship Id="rId1" Type="http://schemas.openxmlformats.org/officeDocument/2006/relationships/slideLayout" Target="../slideLayouts/slideLayout8.xml"/></Relationships>
</file>

<file path=ppt/slides/_rels/slide11.xml.rels><?xml version="1.0" encoding="UTF-8" standalone="yes"?>
<Relationships xmlns="http://schemas.openxmlformats.org/package/2006/relationships"><Relationship Id="rId3" Type="http://schemas.openxmlformats.org/officeDocument/2006/relationships/image" Target="../media/image13.png"/><Relationship Id="rId2" Type="http://schemas.openxmlformats.org/officeDocument/2006/relationships/notesSlide" Target="../notesSlides/notesSlide11.xml"/><Relationship Id="rId1" Type="http://schemas.openxmlformats.org/officeDocument/2006/relationships/slideLayout" Target="../slideLayouts/slideLayout8.xml"/><Relationship Id="rId4" Type="http://schemas.openxmlformats.org/officeDocument/2006/relationships/image" Target="../media/image14.png"/></Relationships>
</file>

<file path=ppt/slides/_rels/slide12.xml.rels><?xml version="1.0" encoding="UTF-8" standalone="yes"?>
<Relationships xmlns="http://schemas.openxmlformats.org/package/2006/relationships"><Relationship Id="rId2" Type="http://schemas.openxmlformats.org/officeDocument/2006/relationships/notesSlide" Target="../notesSlides/notesSlide12.xml"/><Relationship Id="rId1" Type="http://schemas.openxmlformats.org/officeDocument/2006/relationships/slideLayout" Target="../slideLayouts/slideLayout9.xml"/></Relationships>
</file>

<file path=ppt/slides/_rels/slide13.xml.rels><?xml version="1.0" encoding="UTF-8" standalone="yes"?>
<Relationships xmlns="http://schemas.openxmlformats.org/package/2006/relationships"><Relationship Id="rId2" Type="http://schemas.openxmlformats.org/officeDocument/2006/relationships/notesSlide" Target="../notesSlides/notesSlide13.xml"/><Relationship Id="rId1" Type="http://schemas.openxmlformats.org/officeDocument/2006/relationships/slideLayout" Target="../slideLayouts/slideLayout8.xml"/></Relationships>
</file>

<file path=ppt/slides/_rels/slide14.xml.rels><?xml version="1.0" encoding="UTF-8" standalone="yes"?>
<Relationships xmlns="http://schemas.openxmlformats.org/package/2006/relationships"><Relationship Id="rId3" Type="http://schemas.openxmlformats.org/officeDocument/2006/relationships/image" Target="../media/image15.jpeg"/><Relationship Id="rId2" Type="http://schemas.openxmlformats.org/officeDocument/2006/relationships/notesSlide" Target="../notesSlides/notesSlide14.xml"/><Relationship Id="rId1" Type="http://schemas.openxmlformats.org/officeDocument/2006/relationships/slideLayout" Target="../slideLayouts/slideLayout9.xml"/><Relationship Id="rId4" Type="http://schemas.openxmlformats.org/officeDocument/2006/relationships/image" Target="../media/image16.jpeg"/></Relationships>
</file>

<file path=ppt/slides/_rels/slide15.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slide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el 1">
            <a:extLst>
              <a:ext uri="{FF2B5EF4-FFF2-40B4-BE49-F238E27FC236}">
                <a16:creationId xmlns:a16="http://schemas.microsoft.com/office/drawing/2014/main" id="{20FDF463-A317-3CCE-6A88-3AC7A3521D4D}"/>
              </a:ext>
            </a:extLst>
          </p:cNvPr>
          <p:cNvSpPr>
            <a:spLocks noGrp="1"/>
          </p:cNvSpPr>
          <p:nvPr>
            <p:ph type="title"/>
          </p:nvPr>
        </p:nvSpPr>
        <p:spPr/>
        <p:txBody>
          <a:bodyPr/>
          <a:lstStyle/>
          <a:p>
            <a:r>
              <a:rPr lang="en-US"/>
              <a:t>Comparing SLAM Systems Across Sensor Modalities</a:t>
            </a:r>
            <a:endParaRPr lang="de-DE"/>
          </a:p>
        </p:txBody>
      </p:sp>
      <p:sp>
        <p:nvSpPr>
          <p:cNvPr id="3" name="Textplatzhalter 2">
            <a:extLst>
              <a:ext uri="{FF2B5EF4-FFF2-40B4-BE49-F238E27FC236}">
                <a16:creationId xmlns:a16="http://schemas.microsoft.com/office/drawing/2014/main" id="{3FC43042-74ED-2FA9-F0CD-43DEDEEE245D}"/>
              </a:ext>
            </a:extLst>
          </p:cNvPr>
          <p:cNvSpPr>
            <a:spLocks noGrp="1"/>
          </p:cNvSpPr>
          <p:nvPr>
            <p:ph type="body" sz="quarter" idx="10"/>
          </p:nvPr>
        </p:nvSpPr>
        <p:spPr/>
        <p:txBody>
          <a:bodyPr>
            <a:noAutofit/>
          </a:bodyPr>
          <a:lstStyle/>
          <a:p>
            <a:r>
              <a:rPr lang="de-DE" sz="1300"/>
              <a:t>Elias Bitsch, Philip Stix, Viktoriia Ovdiienko, Jiayi Zhou</a:t>
            </a:r>
          </a:p>
          <a:p>
            <a:r>
              <a:rPr lang="de-DE" sz="1300"/>
              <a:t>Einsatz Autonomer Robotersysteme Lab, WS 2026/27</a:t>
            </a:r>
          </a:p>
        </p:txBody>
      </p:sp>
    </p:spTree>
    <p:extLst>
      <p:ext uri="{BB962C8B-B14F-4D97-AF65-F5344CB8AC3E}">
        <p14:creationId xmlns:p14="http://schemas.microsoft.com/office/powerpoint/2010/main" val="1773619547"/>
      </p:ext>
    </p:extLst>
  </p:cSld>
  <p:clrMapOvr>
    <a:masterClrMapping/>
  </p:clrMapOvr>
</p:sld>
</file>

<file path=ppt/slides/slide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el 1">
            <a:extLst>
              <a:ext uri="{FF2B5EF4-FFF2-40B4-BE49-F238E27FC236}">
                <a16:creationId xmlns:a16="http://schemas.microsoft.com/office/drawing/2014/main" id="{412D5942-8145-1D54-7B1C-600071C169B6}"/>
              </a:ext>
            </a:extLst>
          </p:cNvPr>
          <p:cNvSpPr>
            <a:spLocks noGrp="1"/>
          </p:cNvSpPr>
          <p:nvPr>
            <p:ph type="title"/>
          </p:nvPr>
        </p:nvSpPr>
        <p:spPr/>
        <p:txBody>
          <a:bodyPr/>
          <a:lstStyle/>
          <a:p>
            <a:r>
              <a:rPr lang="de-DE"/>
              <a:t>What is SLAM?</a:t>
            </a:r>
          </a:p>
        </p:txBody>
      </p:sp>
      <p:sp>
        <p:nvSpPr>
          <p:cNvPr id="4" name="Fußzeilenplatzhalter 3">
            <a:extLst>
              <a:ext uri="{FF2B5EF4-FFF2-40B4-BE49-F238E27FC236}">
                <a16:creationId xmlns:a16="http://schemas.microsoft.com/office/drawing/2014/main" id="{7BB64651-8E07-5ED4-0EC6-D2A6FFA2EDBC}"/>
              </a:ext>
            </a:extLst>
          </p:cNvPr>
          <p:cNvSpPr>
            <a:spLocks noGrp="1"/>
          </p:cNvSpPr>
          <p:nvPr>
            <p:ph type="ftr" sz="quarter" idx="12"/>
          </p:nvPr>
        </p:nvSpPr>
        <p:spPr/>
        <p:txBody>
          <a:bodyPr/>
          <a:lstStyle/>
          <a:p>
            <a:r>
              <a:rPr lang="en-US"/>
              <a:t>SLAM Comparison | Bitsch, Stix, Ovdiienko, Zhou | WS 2026/27</a:t>
            </a:r>
            <a:endParaRPr lang="en-GB" dirty="0"/>
          </a:p>
        </p:txBody>
      </p:sp>
      <p:sp>
        <p:nvSpPr>
          <p:cNvPr id="5" name="Foliennummernplatzhalter 4">
            <a:extLst>
              <a:ext uri="{FF2B5EF4-FFF2-40B4-BE49-F238E27FC236}">
                <a16:creationId xmlns:a16="http://schemas.microsoft.com/office/drawing/2014/main" id="{1042CD51-3851-A0D9-A56A-42944C2FC6DF}"/>
              </a:ext>
            </a:extLst>
          </p:cNvPr>
          <p:cNvSpPr>
            <a:spLocks noGrp="1"/>
          </p:cNvSpPr>
          <p:nvPr>
            <p:ph type="sldNum" sz="quarter" idx="13"/>
          </p:nvPr>
        </p:nvSpPr>
        <p:spPr/>
        <p:txBody>
          <a:bodyPr/>
          <a:lstStyle/>
          <a:p>
            <a:fld id="{9C057DB4-583E-41A7-BD94-987342018C17}" type="slidenum">
              <a:rPr lang="en-GB" smtClean="0"/>
              <a:pPr/>
              <a:t>2</a:t>
            </a:fld>
            <a:endParaRPr lang="en-GB" dirty="0"/>
          </a:p>
        </p:txBody>
      </p:sp>
      <p:pic>
        <p:nvPicPr>
          <p:cNvPr id="7" name="Grafik 6" descr="Diagram: robot poses along a loop, observed landmarks and a loop-closure link">
            <a:extLst>
              <a:ext uri="{FF2B5EF4-FFF2-40B4-BE49-F238E27FC236}">
                <a16:creationId xmlns:a16="http://schemas.microsoft.com/office/drawing/2014/main" id="{71D7A0B2-F9D7-EB73-29E1-8ECF27F3266C}"/>
              </a:ext>
            </a:extLst>
          </p:cNvPr>
          <p:cNvPicPr>
            <a:picLocks noChangeAspect="1"/>
          </p:cNvPicPr>
          <p:nvPr/>
        </p:nvPicPr>
        <p:blipFill>
          <a:blip r:embed="rId3" cstate="print">
            <a:extLst>
              <a:ext uri="{28A0092B-C50C-407E-A947-70E740481C1C}">
                <a14:useLocalDpi xmlns:a14="http://schemas.microsoft.com/office/drawing/2010/main" val="0"/>
              </a:ext>
            </a:extLst>
          </a:blip>
          <a:stretch>
            <a:fillRect/>
          </a:stretch>
        </p:blipFill>
        <p:spPr>
          <a:xfrm>
            <a:off x="177800" y="944989"/>
            <a:ext cx="5080000" cy="3240823"/>
          </a:xfrm>
          <a:prstGeom prst="rect">
            <a:avLst/>
          </a:prstGeom>
        </p:spPr>
      </p:pic>
      <p:sp>
        <p:nvSpPr>
          <p:cNvPr id="8" name="Textfeld 7">
            <a:extLst>
              <a:ext uri="{FF2B5EF4-FFF2-40B4-BE49-F238E27FC236}">
                <a16:creationId xmlns:a16="http://schemas.microsoft.com/office/drawing/2014/main" id="{115977A6-0E05-5E44-C665-59982023D65B}"/>
              </a:ext>
            </a:extLst>
          </p:cNvPr>
          <p:cNvSpPr txBox="1"/>
          <p:nvPr/>
        </p:nvSpPr>
        <p:spPr>
          <a:xfrm>
            <a:off x="5588000" y="762000"/>
            <a:ext cx="3365500" cy="279400"/>
          </a:xfrm>
          <a:prstGeom prst="rect">
            <a:avLst/>
          </a:prstGeom>
        </p:spPr>
        <p:txBody>
          <a:bodyPr vert="horz" wrap="square" lIns="0" tIns="45720" rIns="0" bIns="45720" rtlCol="0" anchor="t">
            <a:noAutofit/>
          </a:bodyPr>
          <a:lstStyle/>
          <a:p>
            <a:pPr algn="l"/>
            <a:r>
              <a:rPr lang="de-DE" sz="1600" b="1">
                <a:solidFill>
                  <a:srgbClr val="0063A6"/>
                </a:solidFill>
              </a:rPr>
              <a:t>SLAM in a nutshell</a:t>
            </a:r>
            <a:endParaRPr lang="de-DE" sz="1600" b="1" dirty="0">
              <a:solidFill>
                <a:srgbClr val="0063A6"/>
              </a:solidFill>
            </a:endParaRPr>
          </a:p>
        </p:txBody>
      </p:sp>
      <p:sp>
        <p:nvSpPr>
          <p:cNvPr id="9" name="Textfeld 8">
            <a:extLst>
              <a:ext uri="{FF2B5EF4-FFF2-40B4-BE49-F238E27FC236}">
                <a16:creationId xmlns:a16="http://schemas.microsoft.com/office/drawing/2014/main" id="{1127A269-64F4-BF57-CBA4-F2C763967AFD}"/>
              </a:ext>
            </a:extLst>
          </p:cNvPr>
          <p:cNvSpPr txBox="1"/>
          <p:nvPr/>
        </p:nvSpPr>
        <p:spPr>
          <a:xfrm>
            <a:off x="5588000" y="1143000"/>
            <a:ext cx="3365500" cy="3302000"/>
          </a:xfrm>
          <a:prstGeom prst="rect">
            <a:avLst/>
          </a:prstGeom>
        </p:spPr>
        <p:txBody>
          <a:bodyPr vert="horz" wrap="square" lIns="0" tIns="45720" rIns="91440" bIns="45720" rtlCol="0" anchor="t">
            <a:normAutofit/>
          </a:bodyPr>
          <a:lstStyle/>
          <a:p>
            <a:pPr marL="177800" indent="-177800" algn="l">
              <a:spcAft>
                <a:spcPts val="400"/>
              </a:spcAft>
              <a:buFont typeface="+mj-lt"/>
              <a:buChar char="•"/>
            </a:pPr>
            <a:r>
              <a:rPr lang="en-US" sz="1400">
                <a:solidFill>
                  <a:srgbClr val="262626"/>
                </a:solidFill>
              </a:rPr>
              <a:t>Estimate the robot pose and a map of the environment at the same time</a:t>
            </a:r>
          </a:p>
          <a:p>
            <a:pPr marL="177800" indent="-177800" algn="l">
              <a:spcAft>
                <a:spcPts val="400"/>
              </a:spcAft>
              <a:buFont typeface="+mj-lt"/>
              <a:buChar char="•"/>
            </a:pPr>
            <a:r>
              <a:rPr lang="en-US" sz="1400">
                <a:solidFill>
                  <a:srgbClr val="262626"/>
                </a:solidFill>
              </a:rPr>
              <a:t>Inputs: camera, LiDAR, IMU, wheel odometry or a combination</a:t>
            </a:r>
          </a:p>
          <a:p>
            <a:pPr marL="177800" indent="-177800" algn="l">
              <a:spcAft>
                <a:spcPts val="400"/>
              </a:spcAft>
              <a:buFont typeface="+mj-lt"/>
              <a:buChar char="•"/>
            </a:pPr>
            <a:r>
              <a:rPr lang="en-US" sz="1400">
                <a:solidFill>
                  <a:srgbClr val="262626"/>
                </a:solidFill>
              </a:rPr>
              <a:t>Small errors accumulate over time: drift</a:t>
            </a:r>
          </a:p>
          <a:p>
            <a:pPr marL="177800" indent="-177800" algn="l">
              <a:spcAft>
                <a:spcPts val="400"/>
              </a:spcAft>
              <a:buFont typeface="+mj-lt"/>
              <a:buChar char="•"/>
            </a:pPr>
            <a:r>
              <a:rPr lang="en-US" sz="1400">
                <a:solidFill>
                  <a:srgbClr val="262626"/>
                </a:solidFill>
              </a:rPr>
              <a:t>Loop closure: recognising a known place corrects the whole trajectory</a:t>
            </a:r>
          </a:p>
          <a:p>
            <a:pPr marL="177800" indent="-177800" algn="l">
              <a:spcAft>
                <a:spcPts val="400"/>
              </a:spcAft>
              <a:buFont typeface="+mj-lt"/>
              <a:buChar char="•"/>
            </a:pPr>
            <a:r>
              <a:rPr lang="en-US" sz="1400">
                <a:solidFill>
                  <a:srgbClr val="262626"/>
                </a:solidFill>
              </a:rPr>
              <a:t>Typical back-end: pose-graph optimisation</a:t>
            </a:r>
            <a:endParaRPr lang="de-DE" sz="1400" dirty="0">
              <a:solidFill>
                <a:srgbClr val="262626"/>
              </a:solidFill>
            </a:endParaRPr>
          </a:p>
        </p:txBody>
      </p:sp>
    </p:spTree>
    <p:extLst>
      <p:ext uri="{BB962C8B-B14F-4D97-AF65-F5344CB8AC3E}">
        <p14:creationId xmlns:p14="http://schemas.microsoft.com/office/powerpoint/2010/main" val="4163547457"/>
      </p:ext>
    </p:extLst>
  </p:cSld>
  <p:clrMapOvr>
    <a:masterClrMapping/>
  </p:clrMapOvr>
</p:sld>
</file>

<file path=ppt/slides/slide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el 1">
            <a:extLst>
              <a:ext uri="{FF2B5EF4-FFF2-40B4-BE49-F238E27FC236}">
                <a16:creationId xmlns:a16="http://schemas.microsoft.com/office/drawing/2014/main" id="{BBDAA1A8-9FC6-5FCD-B83F-610AA21BC015}"/>
              </a:ext>
            </a:extLst>
          </p:cNvPr>
          <p:cNvSpPr>
            <a:spLocks noGrp="1"/>
          </p:cNvSpPr>
          <p:nvPr>
            <p:ph type="title"/>
          </p:nvPr>
        </p:nvSpPr>
        <p:spPr/>
        <p:txBody>
          <a:bodyPr/>
          <a:lstStyle/>
          <a:p>
            <a:r>
              <a:rPr lang="de-DE"/>
              <a:t>Task and approach</a:t>
            </a:r>
          </a:p>
        </p:txBody>
      </p:sp>
      <p:sp>
        <p:nvSpPr>
          <p:cNvPr id="4" name="Fußzeilenplatzhalter 3">
            <a:extLst>
              <a:ext uri="{FF2B5EF4-FFF2-40B4-BE49-F238E27FC236}">
                <a16:creationId xmlns:a16="http://schemas.microsoft.com/office/drawing/2014/main" id="{90C57F8F-3935-2B27-0640-D9B5BC150E42}"/>
              </a:ext>
            </a:extLst>
          </p:cNvPr>
          <p:cNvSpPr>
            <a:spLocks noGrp="1"/>
          </p:cNvSpPr>
          <p:nvPr>
            <p:ph type="ftr" sz="quarter" idx="12"/>
          </p:nvPr>
        </p:nvSpPr>
        <p:spPr/>
        <p:txBody>
          <a:bodyPr/>
          <a:lstStyle/>
          <a:p>
            <a:r>
              <a:rPr lang="en-US"/>
              <a:t>SLAM Comparison | Bitsch, Stix, Ovdiienko, Zhou | WS 2026/27</a:t>
            </a:r>
            <a:endParaRPr lang="en-GB" dirty="0"/>
          </a:p>
        </p:txBody>
      </p:sp>
      <p:sp>
        <p:nvSpPr>
          <p:cNvPr id="5" name="Foliennummernplatzhalter 4">
            <a:extLst>
              <a:ext uri="{FF2B5EF4-FFF2-40B4-BE49-F238E27FC236}">
                <a16:creationId xmlns:a16="http://schemas.microsoft.com/office/drawing/2014/main" id="{3B489ED0-EE20-1BE9-CEE7-BF5DC5769543}"/>
              </a:ext>
            </a:extLst>
          </p:cNvPr>
          <p:cNvSpPr>
            <a:spLocks noGrp="1"/>
          </p:cNvSpPr>
          <p:nvPr>
            <p:ph type="sldNum" sz="quarter" idx="13"/>
          </p:nvPr>
        </p:nvSpPr>
        <p:spPr/>
        <p:txBody>
          <a:bodyPr/>
          <a:lstStyle/>
          <a:p>
            <a:fld id="{9C057DB4-583E-41A7-BD94-987342018C17}" type="slidenum">
              <a:rPr lang="en-GB" smtClean="0"/>
              <a:pPr/>
              <a:t>3</a:t>
            </a:fld>
            <a:endParaRPr lang="en-GB" dirty="0"/>
          </a:p>
        </p:txBody>
      </p:sp>
      <p:sp>
        <p:nvSpPr>
          <p:cNvPr id="6" name="Ellipse 5">
            <a:extLst>
              <a:ext uri="{FF2B5EF4-FFF2-40B4-BE49-F238E27FC236}">
                <a16:creationId xmlns:a16="http://schemas.microsoft.com/office/drawing/2014/main" id="{87870811-1CF0-2990-13E7-8E49F521F874}"/>
              </a:ext>
            </a:extLst>
          </p:cNvPr>
          <p:cNvSpPr/>
          <p:nvPr/>
        </p:nvSpPr>
        <p:spPr>
          <a:xfrm>
            <a:off x="177800" y="838200"/>
            <a:ext cx="558800" cy="558800"/>
          </a:xfrm>
          <a:prstGeom prst="ellipse">
            <a:avLst/>
          </a:prstGeom>
          <a:solidFill>
            <a:srgbClr val="0063A6"/>
          </a:solidFill>
          <a:ln w="12700" cap="flat" cmpd="sng" algn="ctr">
            <a:noFill/>
            <a:prstDash val="solid"/>
            <a:miter lim="800000"/>
          </a:ln>
          <a:effectLst/>
          <a:extLst>
            <a:ext uri="{91240B29-F687-4F45-9708-019B960494DF}">
              <a14:hiddenLine xmlns:a14="http://schemas.microsoft.com/office/drawing/2010/main" w="12700" cap="flat" cmpd="sng" algn="ctr">
                <a:solidFill>
                  <a:schemeClr val="accent1">
                    <a:shade val="15000"/>
                  </a:schemeClr>
                </a:solidFill>
                <a:prstDash val="solid"/>
                <a:miter lim="800000"/>
              </a14:hiddenLine>
            </a:ext>
          </a:extLst>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de-DE" sz="2000" b="1">
                <a:solidFill>
                  <a:srgbClr val="FFFFFF"/>
                </a:solidFill>
              </a:rPr>
              <a:t>1</a:t>
            </a:r>
          </a:p>
        </p:txBody>
      </p:sp>
      <p:sp>
        <p:nvSpPr>
          <p:cNvPr id="7" name="Textfeld 6">
            <a:extLst>
              <a:ext uri="{FF2B5EF4-FFF2-40B4-BE49-F238E27FC236}">
                <a16:creationId xmlns:a16="http://schemas.microsoft.com/office/drawing/2014/main" id="{DEC4D3E8-4150-96F6-60AD-A6FA11B1B338}"/>
              </a:ext>
            </a:extLst>
          </p:cNvPr>
          <p:cNvSpPr txBox="1"/>
          <p:nvPr/>
        </p:nvSpPr>
        <p:spPr>
          <a:xfrm>
            <a:off x="177800" y="1549400"/>
            <a:ext cx="2794000" cy="355600"/>
          </a:xfrm>
          <a:prstGeom prst="rect">
            <a:avLst/>
          </a:prstGeom>
        </p:spPr>
        <p:txBody>
          <a:bodyPr vert="horz" wrap="square" lIns="0" tIns="45720" rIns="0" bIns="45720" rtlCol="0" anchor="t">
            <a:noAutofit/>
          </a:bodyPr>
          <a:lstStyle/>
          <a:p>
            <a:pPr algn="l"/>
            <a:r>
              <a:rPr lang="de-DE" b="1">
                <a:solidFill>
                  <a:srgbClr val="262626"/>
                </a:solidFill>
              </a:rPr>
              <a:t>Shared dataset</a:t>
            </a:r>
            <a:endParaRPr lang="de-DE" b="1" dirty="0">
              <a:solidFill>
                <a:srgbClr val="262626"/>
              </a:solidFill>
            </a:endParaRPr>
          </a:p>
        </p:txBody>
      </p:sp>
      <p:sp>
        <p:nvSpPr>
          <p:cNvPr id="8" name="Textfeld 7">
            <a:extLst>
              <a:ext uri="{FF2B5EF4-FFF2-40B4-BE49-F238E27FC236}">
                <a16:creationId xmlns:a16="http://schemas.microsoft.com/office/drawing/2014/main" id="{D3B5ED83-FDF7-9E37-D0E2-7F4815DC7D04}"/>
              </a:ext>
            </a:extLst>
          </p:cNvPr>
          <p:cNvSpPr txBox="1"/>
          <p:nvPr/>
        </p:nvSpPr>
        <p:spPr>
          <a:xfrm>
            <a:off x="177800" y="1955800"/>
            <a:ext cx="2794000" cy="1016000"/>
          </a:xfrm>
          <a:prstGeom prst="rect">
            <a:avLst/>
          </a:prstGeom>
        </p:spPr>
        <p:txBody>
          <a:bodyPr vert="horz" wrap="square" lIns="0" tIns="45720" rIns="0" bIns="45720" rtlCol="0" anchor="t">
            <a:normAutofit/>
          </a:bodyPr>
          <a:lstStyle/>
          <a:p>
            <a:pPr algn="l"/>
            <a:r>
              <a:rPr lang="en-US" sz="1400">
                <a:solidFill>
                  <a:srgbClr val="262626"/>
                </a:solidFill>
              </a:rPr>
              <a:t>M3DGR ground robot, 3 indoor sequences with motion-capture ground truth</a:t>
            </a:r>
            <a:endParaRPr lang="de-DE" sz="1400" dirty="0">
              <a:solidFill>
                <a:srgbClr val="262626"/>
              </a:solidFill>
            </a:endParaRPr>
          </a:p>
        </p:txBody>
      </p:sp>
      <p:sp>
        <p:nvSpPr>
          <p:cNvPr id="9" name="Ellipse 8">
            <a:extLst>
              <a:ext uri="{FF2B5EF4-FFF2-40B4-BE49-F238E27FC236}">
                <a16:creationId xmlns:a16="http://schemas.microsoft.com/office/drawing/2014/main" id="{CCD62B2E-0B73-F988-FB12-4719C81D39EB}"/>
              </a:ext>
            </a:extLst>
          </p:cNvPr>
          <p:cNvSpPr/>
          <p:nvPr/>
        </p:nvSpPr>
        <p:spPr>
          <a:xfrm>
            <a:off x="3168650" y="838200"/>
            <a:ext cx="558800" cy="558800"/>
          </a:xfrm>
          <a:prstGeom prst="ellipse">
            <a:avLst/>
          </a:prstGeom>
          <a:solidFill>
            <a:srgbClr val="0063A6"/>
          </a:solidFill>
          <a:ln w="12700" cap="flat" cmpd="sng" algn="ctr">
            <a:noFill/>
            <a:prstDash val="solid"/>
            <a:miter lim="800000"/>
          </a:ln>
          <a:effectLst/>
          <a:extLst>
            <a:ext uri="{91240B29-F687-4F45-9708-019B960494DF}">
              <a14:hiddenLine xmlns:a14="http://schemas.microsoft.com/office/drawing/2010/main" w="12700" cap="flat" cmpd="sng" algn="ctr">
                <a:solidFill>
                  <a:schemeClr val="accent1">
                    <a:shade val="15000"/>
                  </a:schemeClr>
                </a:solidFill>
                <a:prstDash val="solid"/>
                <a:miter lim="800000"/>
              </a14:hiddenLine>
            </a:ext>
          </a:extLst>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de-DE" sz="2000" b="1">
                <a:solidFill>
                  <a:srgbClr val="FFFFFF"/>
                </a:solidFill>
              </a:rPr>
              <a:t>2</a:t>
            </a:r>
          </a:p>
        </p:txBody>
      </p:sp>
      <p:sp>
        <p:nvSpPr>
          <p:cNvPr id="10" name="Textfeld 9">
            <a:extLst>
              <a:ext uri="{FF2B5EF4-FFF2-40B4-BE49-F238E27FC236}">
                <a16:creationId xmlns:a16="http://schemas.microsoft.com/office/drawing/2014/main" id="{5347C36E-7657-5AD3-3FA7-EEC8B0094DB9}"/>
              </a:ext>
            </a:extLst>
          </p:cNvPr>
          <p:cNvSpPr txBox="1"/>
          <p:nvPr/>
        </p:nvSpPr>
        <p:spPr>
          <a:xfrm>
            <a:off x="3168650" y="1549400"/>
            <a:ext cx="2794000" cy="355600"/>
          </a:xfrm>
          <a:prstGeom prst="rect">
            <a:avLst/>
          </a:prstGeom>
        </p:spPr>
        <p:txBody>
          <a:bodyPr vert="horz" wrap="square" lIns="0" tIns="45720" rIns="0" bIns="45720" rtlCol="0" anchor="t">
            <a:noAutofit/>
          </a:bodyPr>
          <a:lstStyle/>
          <a:p>
            <a:pPr algn="l"/>
            <a:r>
              <a:rPr lang="de-DE" b="1">
                <a:solidFill>
                  <a:srgbClr val="262626"/>
                </a:solidFill>
              </a:rPr>
              <a:t>Own SLAM system</a:t>
            </a:r>
            <a:endParaRPr lang="de-DE" b="1" dirty="0">
              <a:solidFill>
                <a:srgbClr val="262626"/>
              </a:solidFill>
            </a:endParaRPr>
          </a:p>
        </p:txBody>
      </p:sp>
      <p:sp>
        <p:nvSpPr>
          <p:cNvPr id="11" name="Textfeld 10">
            <a:extLst>
              <a:ext uri="{FF2B5EF4-FFF2-40B4-BE49-F238E27FC236}">
                <a16:creationId xmlns:a16="http://schemas.microsoft.com/office/drawing/2014/main" id="{B09A77E1-8211-5DEE-018F-A6A58E546956}"/>
              </a:ext>
            </a:extLst>
          </p:cNvPr>
          <p:cNvSpPr txBox="1"/>
          <p:nvPr/>
        </p:nvSpPr>
        <p:spPr>
          <a:xfrm>
            <a:off x="3168650" y="1955800"/>
            <a:ext cx="2794000" cy="1016000"/>
          </a:xfrm>
          <a:prstGeom prst="rect">
            <a:avLst/>
          </a:prstGeom>
        </p:spPr>
        <p:txBody>
          <a:bodyPr vert="horz" wrap="square" lIns="0" tIns="45720" rIns="0" bIns="45720" rtlCol="0" anchor="t">
            <a:normAutofit/>
          </a:bodyPr>
          <a:lstStyle/>
          <a:p>
            <a:pPr algn="l"/>
            <a:r>
              <a:rPr lang="en-US" sz="1400">
                <a:solidFill>
                  <a:srgbClr val="262626"/>
                </a:solidFill>
              </a:rPr>
              <a:t>One per member, freely chosen, ideally a different sensor modality or paradigm each</a:t>
            </a:r>
            <a:endParaRPr lang="de-DE" sz="1400" dirty="0">
              <a:solidFill>
                <a:srgbClr val="262626"/>
              </a:solidFill>
            </a:endParaRPr>
          </a:p>
        </p:txBody>
      </p:sp>
      <p:sp>
        <p:nvSpPr>
          <p:cNvPr id="12" name="Ellipse 11">
            <a:extLst>
              <a:ext uri="{FF2B5EF4-FFF2-40B4-BE49-F238E27FC236}">
                <a16:creationId xmlns:a16="http://schemas.microsoft.com/office/drawing/2014/main" id="{6CDD6B95-A49B-D76A-2E45-16E317363798}"/>
              </a:ext>
            </a:extLst>
          </p:cNvPr>
          <p:cNvSpPr/>
          <p:nvPr/>
        </p:nvSpPr>
        <p:spPr>
          <a:xfrm>
            <a:off x="6159500" y="838200"/>
            <a:ext cx="558800" cy="558800"/>
          </a:xfrm>
          <a:prstGeom prst="ellipse">
            <a:avLst/>
          </a:prstGeom>
          <a:solidFill>
            <a:srgbClr val="0063A6"/>
          </a:solidFill>
          <a:ln w="12700" cap="flat" cmpd="sng" algn="ctr">
            <a:noFill/>
            <a:prstDash val="solid"/>
            <a:miter lim="800000"/>
          </a:ln>
          <a:effectLst/>
          <a:extLst>
            <a:ext uri="{91240B29-F687-4F45-9708-019B960494DF}">
              <a14:hiddenLine xmlns:a14="http://schemas.microsoft.com/office/drawing/2010/main" w="12700" cap="flat" cmpd="sng" algn="ctr">
                <a:solidFill>
                  <a:schemeClr val="accent1">
                    <a:shade val="15000"/>
                  </a:schemeClr>
                </a:solidFill>
                <a:prstDash val="solid"/>
                <a:miter lim="800000"/>
              </a14:hiddenLine>
            </a:ext>
          </a:extLst>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de-DE" sz="2000" b="1">
                <a:solidFill>
                  <a:srgbClr val="FFFFFF"/>
                </a:solidFill>
              </a:rPr>
              <a:t>3</a:t>
            </a:r>
          </a:p>
        </p:txBody>
      </p:sp>
      <p:sp>
        <p:nvSpPr>
          <p:cNvPr id="13" name="Textfeld 12">
            <a:extLst>
              <a:ext uri="{FF2B5EF4-FFF2-40B4-BE49-F238E27FC236}">
                <a16:creationId xmlns:a16="http://schemas.microsoft.com/office/drawing/2014/main" id="{507F10C4-A9E0-B663-B834-460D6401E744}"/>
              </a:ext>
            </a:extLst>
          </p:cNvPr>
          <p:cNvSpPr txBox="1"/>
          <p:nvPr/>
        </p:nvSpPr>
        <p:spPr>
          <a:xfrm>
            <a:off x="6159500" y="1549400"/>
            <a:ext cx="2794000" cy="355600"/>
          </a:xfrm>
          <a:prstGeom prst="rect">
            <a:avLst/>
          </a:prstGeom>
        </p:spPr>
        <p:txBody>
          <a:bodyPr vert="horz" wrap="square" lIns="0" tIns="45720" rIns="0" bIns="45720" rtlCol="0" anchor="t">
            <a:noAutofit/>
          </a:bodyPr>
          <a:lstStyle/>
          <a:p>
            <a:pPr algn="l"/>
            <a:r>
              <a:rPr lang="de-DE" b="1">
                <a:solidFill>
                  <a:srgbClr val="262626"/>
                </a:solidFill>
              </a:rPr>
              <a:t>Same metrics</a:t>
            </a:r>
            <a:endParaRPr lang="de-DE" b="1" dirty="0">
              <a:solidFill>
                <a:srgbClr val="262626"/>
              </a:solidFill>
            </a:endParaRPr>
          </a:p>
        </p:txBody>
      </p:sp>
      <p:sp>
        <p:nvSpPr>
          <p:cNvPr id="14" name="Textfeld 13">
            <a:extLst>
              <a:ext uri="{FF2B5EF4-FFF2-40B4-BE49-F238E27FC236}">
                <a16:creationId xmlns:a16="http://schemas.microsoft.com/office/drawing/2014/main" id="{59CEDDC8-3FFF-9BF2-7412-A5DB9E2C1896}"/>
              </a:ext>
            </a:extLst>
          </p:cNvPr>
          <p:cNvSpPr txBox="1"/>
          <p:nvPr/>
        </p:nvSpPr>
        <p:spPr>
          <a:xfrm>
            <a:off x="6159500" y="1955800"/>
            <a:ext cx="2794000" cy="1016000"/>
          </a:xfrm>
          <a:prstGeom prst="rect">
            <a:avLst/>
          </a:prstGeom>
        </p:spPr>
        <p:txBody>
          <a:bodyPr vert="horz" wrap="square" lIns="0" tIns="45720" rIns="0" bIns="45720" rtlCol="0" anchor="t">
            <a:normAutofit/>
          </a:bodyPr>
          <a:lstStyle/>
          <a:p>
            <a:pPr algn="l"/>
            <a:r>
              <a:rPr lang="en-US" sz="1400">
                <a:solidFill>
                  <a:srgbClr val="262626"/>
                </a:solidFill>
              </a:rPr>
              <a:t>ATE and RPE with evo, N runs per system, one central evaluation pipeline</a:t>
            </a:r>
            <a:endParaRPr lang="de-DE" sz="1400" dirty="0">
              <a:solidFill>
                <a:srgbClr val="262626"/>
              </a:solidFill>
            </a:endParaRPr>
          </a:p>
        </p:txBody>
      </p:sp>
      <p:sp>
        <p:nvSpPr>
          <p:cNvPr id="15" name="Rechteck: abgerundete Ecken 14">
            <a:extLst>
              <a:ext uri="{FF2B5EF4-FFF2-40B4-BE49-F238E27FC236}">
                <a16:creationId xmlns:a16="http://schemas.microsoft.com/office/drawing/2014/main" id="{C172D027-E993-AAA3-F6B3-6DC97BF245AA}"/>
              </a:ext>
            </a:extLst>
          </p:cNvPr>
          <p:cNvSpPr/>
          <p:nvPr/>
        </p:nvSpPr>
        <p:spPr>
          <a:xfrm>
            <a:off x="177800" y="3327400"/>
            <a:ext cx="8775700" cy="1041400"/>
          </a:xfrm>
          <a:prstGeom prst="roundRect">
            <a:avLst>
              <a:gd name="adj" fmla="val 6000"/>
            </a:avLst>
          </a:prstGeom>
          <a:solidFill>
            <a:srgbClr val="E6EFF7"/>
          </a:solidFill>
          <a:ln w="12700" cap="flat" cmpd="sng" algn="ctr">
            <a:noFill/>
            <a:prstDash val="solid"/>
            <a:miter lim="800000"/>
          </a:ln>
          <a:effectLst/>
          <a:extLst>
            <a:ext uri="{91240B29-F687-4F45-9708-019B960494DF}">
              <a14:hiddenLine xmlns:a14="http://schemas.microsoft.com/office/drawing/2010/main" w="12700" cap="flat" cmpd="sng" algn="ctr">
                <a:solidFill>
                  <a:schemeClr val="accent1">
                    <a:shade val="15000"/>
                  </a:schemeClr>
                </a:solidFill>
                <a:prstDash val="solid"/>
                <a:miter lim="800000"/>
              </a14:hiddenLine>
            </a:ext>
          </a:extLst>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de-DE"/>
          </a:p>
        </p:txBody>
      </p:sp>
      <p:sp>
        <p:nvSpPr>
          <p:cNvPr id="16" name="Textfeld 15">
            <a:extLst>
              <a:ext uri="{FF2B5EF4-FFF2-40B4-BE49-F238E27FC236}">
                <a16:creationId xmlns:a16="http://schemas.microsoft.com/office/drawing/2014/main" id="{DB8BAC5A-60E7-5942-3101-B55FF5EE7634}"/>
              </a:ext>
            </a:extLst>
          </p:cNvPr>
          <p:cNvSpPr txBox="1"/>
          <p:nvPr/>
        </p:nvSpPr>
        <p:spPr>
          <a:xfrm>
            <a:off x="355600" y="3454400"/>
            <a:ext cx="8420100" cy="838200"/>
          </a:xfrm>
          <a:prstGeom prst="rect">
            <a:avLst/>
          </a:prstGeom>
        </p:spPr>
        <p:txBody>
          <a:bodyPr vert="horz" wrap="square" lIns="0" tIns="45720" rIns="0" bIns="45720" rtlCol="0" anchor="t">
            <a:normAutofit/>
          </a:bodyPr>
          <a:lstStyle/>
          <a:p>
            <a:pPr algn="l"/>
            <a:r>
              <a:rPr lang="en-US" sz="1500" i="1">
                <a:solidFill>
                  <a:srgbClr val="262626"/>
                </a:solidFill>
              </a:rPr>
              <a:t>Research question: how do SLAM systems with different sensor modalities compare in accuracy and robustness on the same ground robot, and which failure modes explain the differences?</a:t>
            </a:r>
            <a:endParaRPr lang="de-DE" sz="1500" i="1" dirty="0">
              <a:solidFill>
                <a:srgbClr val="262626"/>
              </a:solidFill>
            </a:endParaRPr>
          </a:p>
        </p:txBody>
      </p:sp>
    </p:spTree>
    <p:extLst>
      <p:ext uri="{BB962C8B-B14F-4D97-AF65-F5344CB8AC3E}">
        <p14:creationId xmlns:p14="http://schemas.microsoft.com/office/powerpoint/2010/main" val="4050215479"/>
      </p:ext>
    </p:extLst>
  </p:cSld>
  <p:clrMapOvr>
    <a:masterClrMapping/>
  </p:clrMapOvr>
</p:sld>
</file>

<file path=ppt/slides/slide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el 1">
            <a:extLst>
              <a:ext uri="{FF2B5EF4-FFF2-40B4-BE49-F238E27FC236}">
                <a16:creationId xmlns:a16="http://schemas.microsoft.com/office/drawing/2014/main" id="{C6523B18-753B-4A1C-BBFA-6A5F7F89FA26}"/>
              </a:ext>
            </a:extLst>
          </p:cNvPr>
          <p:cNvSpPr>
            <a:spLocks noGrp="1"/>
          </p:cNvSpPr>
          <p:nvPr>
            <p:ph type="title"/>
          </p:nvPr>
        </p:nvSpPr>
        <p:spPr/>
        <p:txBody>
          <a:bodyPr/>
          <a:lstStyle/>
          <a:p>
            <a:r>
              <a:rPr lang="de-DE"/>
              <a:t>Dataset: M3DGR ground robot</a:t>
            </a:r>
          </a:p>
        </p:txBody>
      </p:sp>
      <p:sp>
        <p:nvSpPr>
          <p:cNvPr id="4" name="Fußzeilenplatzhalter 3">
            <a:extLst>
              <a:ext uri="{FF2B5EF4-FFF2-40B4-BE49-F238E27FC236}">
                <a16:creationId xmlns:a16="http://schemas.microsoft.com/office/drawing/2014/main" id="{BF78C84C-BEE8-3900-93E4-16C00653E629}"/>
              </a:ext>
            </a:extLst>
          </p:cNvPr>
          <p:cNvSpPr>
            <a:spLocks noGrp="1"/>
          </p:cNvSpPr>
          <p:nvPr>
            <p:ph type="ftr" sz="quarter" idx="12"/>
          </p:nvPr>
        </p:nvSpPr>
        <p:spPr/>
        <p:txBody>
          <a:bodyPr/>
          <a:lstStyle/>
          <a:p>
            <a:r>
              <a:rPr lang="en-US"/>
              <a:t>SLAM Comparison | Bitsch, Stix, Ovdiienko, Zhou | WS 2026/27</a:t>
            </a:r>
            <a:endParaRPr lang="en-GB" dirty="0"/>
          </a:p>
        </p:txBody>
      </p:sp>
      <p:sp>
        <p:nvSpPr>
          <p:cNvPr id="5" name="Foliennummernplatzhalter 4">
            <a:extLst>
              <a:ext uri="{FF2B5EF4-FFF2-40B4-BE49-F238E27FC236}">
                <a16:creationId xmlns:a16="http://schemas.microsoft.com/office/drawing/2014/main" id="{B50254AD-4EF3-07F0-6C31-198147ABC1D6}"/>
              </a:ext>
            </a:extLst>
          </p:cNvPr>
          <p:cNvSpPr>
            <a:spLocks noGrp="1"/>
          </p:cNvSpPr>
          <p:nvPr>
            <p:ph type="sldNum" sz="quarter" idx="13"/>
          </p:nvPr>
        </p:nvSpPr>
        <p:spPr/>
        <p:txBody>
          <a:bodyPr/>
          <a:lstStyle/>
          <a:p>
            <a:fld id="{9C057DB4-583E-41A7-BD94-987342018C17}" type="slidenum">
              <a:rPr lang="en-GB" smtClean="0"/>
              <a:pPr/>
              <a:t>4</a:t>
            </a:fld>
            <a:endParaRPr lang="en-GB" dirty="0"/>
          </a:p>
        </p:txBody>
      </p:sp>
      <p:pic>
        <p:nvPicPr>
          <p:cNvPr id="7" name="Grafik 6" descr="M3DGR robot platform with labelled sensors">
            <a:extLst>
              <a:ext uri="{FF2B5EF4-FFF2-40B4-BE49-F238E27FC236}">
                <a16:creationId xmlns:a16="http://schemas.microsoft.com/office/drawing/2014/main" id="{000624B9-956F-8F8C-7FE4-62C38D9E5AE1}"/>
              </a:ext>
            </a:extLst>
          </p:cNvPr>
          <p:cNvPicPr>
            <a:picLocks noChangeAspect="1"/>
          </p:cNvPicPr>
          <p:nvPr/>
        </p:nvPicPr>
        <p:blipFill>
          <a:blip r:embed="rId3" cstate="print">
            <a:extLst>
              <a:ext uri="{28A0092B-C50C-407E-A947-70E740481C1C}">
                <a14:useLocalDpi xmlns:a14="http://schemas.microsoft.com/office/drawing/2010/main" val="0"/>
              </a:ext>
            </a:extLst>
          </a:blip>
          <a:stretch>
            <a:fillRect/>
          </a:stretch>
        </p:blipFill>
        <p:spPr>
          <a:xfrm>
            <a:off x="296447" y="635000"/>
            <a:ext cx="8538406" cy="2997200"/>
          </a:xfrm>
          <a:prstGeom prst="rect">
            <a:avLst/>
          </a:prstGeom>
        </p:spPr>
      </p:pic>
      <p:sp>
        <p:nvSpPr>
          <p:cNvPr id="8" name="Textfeld 7">
            <a:extLst>
              <a:ext uri="{FF2B5EF4-FFF2-40B4-BE49-F238E27FC236}">
                <a16:creationId xmlns:a16="http://schemas.microsoft.com/office/drawing/2014/main" id="{36448243-4311-2A18-5F33-DA1ADD534C6A}"/>
              </a:ext>
            </a:extLst>
          </p:cNvPr>
          <p:cNvSpPr txBox="1"/>
          <p:nvPr/>
        </p:nvSpPr>
        <p:spPr>
          <a:xfrm>
            <a:off x="177800" y="3657600"/>
            <a:ext cx="8775700" cy="177800"/>
          </a:xfrm>
          <a:prstGeom prst="rect">
            <a:avLst/>
          </a:prstGeom>
        </p:spPr>
        <p:txBody>
          <a:bodyPr vert="horz" wrap="square" lIns="0" tIns="45720" rIns="0" bIns="45720" rtlCol="0" anchor="t">
            <a:noAutofit/>
          </a:bodyPr>
          <a:lstStyle/>
          <a:p>
            <a:pPr algn="l"/>
            <a:r>
              <a:rPr lang="de-DE" sz="900" i="1">
                <a:solidFill>
                  <a:srgbClr val="595959"/>
                </a:solidFill>
              </a:rPr>
              <a:t>Image: Zhang et al., M3DGR, IROS 2025 (github.com/sjtuyinjie/M3DGR), unmodified.</a:t>
            </a:r>
            <a:endParaRPr lang="de-DE" sz="900" i="1" dirty="0">
              <a:solidFill>
                <a:srgbClr val="595959"/>
              </a:solidFill>
            </a:endParaRPr>
          </a:p>
        </p:txBody>
      </p:sp>
      <p:sp>
        <p:nvSpPr>
          <p:cNvPr id="9" name="Textfeld 8">
            <a:extLst>
              <a:ext uri="{FF2B5EF4-FFF2-40B4-BE49-F238E27FC236}">
                <a16:creationId xmlns:a16="http://schemas.microsoft.com/office/drawing/2014/main" id="{20CF6BEB-335B-CAD9-4EB7-3FF8AF71E7B9}"/>
              </a:ext>
            </a:extLst>
          </p:cNvPr>
          <p:cNvSpPr txBox="1"/>
          <p:nvPr/>
        </p:nvSpPr>
        <p:spPr>
          <a:xfrm>
            <a:off x="177800" y="3911600"/>
            <a:ext cx="4318000" cy="762000"/>
          </a:xfrm>
          <a:prstGeom prst="rect">
            <a:avLst/>
          </a:prstGeom>
        </p:spPr>
        <p:txBody>
          <a:bodyPr vert="horz" wrap="square" lIns="0" tIns="45720" rIns="91440" bIns="45720" rtlCol="0" anchor="t">
            <a:normAutofit/>
          </a:bodyPr>
          <a:lstStyle/>
          <a:p>
            <a:pPr marL="177800" indent="-177800" algn="l">
              <a:spcAft>
                <a:spcPts val="400"/>
              </a:spcAft>
              <a:buFont typeface="+mj-lt"/>
              <a:buChar char="•"/>
            </a:pPr>
            <a:r>
              <a:rPr lang="de-DE" sz="1300">
                <a:solidFill>
                  <a:srgbClr val="262626"/>
                </a:solidFill>
              </a:rPr>
              <a:t>Wheeled robot, Livox MID-360 + Avia 3D LiDAR</a:t>
            </a:r>
          </a:p>
          <a:p>
            <a:pPr marL="177800" indent="-177800" algn="l">
              <a:spcAft>
                <a:spcPts val="400"/>
              </a:spcAft>
              <a:buFont typeface="+mj-lt"/>
              <a:buChar char="•"/>
            </a:pPr>
            <a:r>
              <a:rPr lang="de-DE" sz="1300">
                <a:solidFill>
                  <a:srgbClr val="262626"/>
                </a:solidFill>
              </a:rPr>
              <a:t>RealSense D435i RGB-D camera with IMU</a:t>
            </a:r>
            <a:endParaRPr lang="de-DE" sz="1300" dirty="0">
              <a:solidFill>
                <a:srgbClr val="262626"/>
              </a:solidFill>
            </a:endParaRPr>
          </a:p>
        </p:txBody>
      </p:sp>
      <p:sp>
        <p:nvSpPr>
          <p:cNvPr id="10" name="Textfeld 9">
            <a:extLst>
              <a:ext uri="{FF2B5EF4-FFF2-40B4-BE49-F238E27FC236}">
                <a16:creationId xmlns:a16="http://schemas.microsoft.com/office/drawing/2014/main" id="{CED5C1D1-60FF-C419-AB22-F2648F8D1599}"/>
              </a:ext>
            </a:extLst>
          </p:cNvPr>
          <p:cNvSpPr txBox="1"/>
          <p:nvPr/>
        </p:nvSpPr>
        <p:spPr>
          <a:xfrm>
            <a:off x="4648200" y="3911600"/>
            <a:ext cx="4318000" cy="762000"/>
          </a:xfrm>
          <a:prstGeom prst="rect">
            <a:avLst/>
          </a:prstGeom>
        </p:spPr>
        <p:txBody>
          <a:bodyPr vert="horz" wrap="square" lIns="0" tIns="45720" rIns="91440" bIns="45720" rtlCol="0" anchor="t">
            <a:normAutofit/>
          </a:bodyPr>
          <a:lstStyle/>
          <a:p>
            <a:pPr marL="177800" indent="-177800" algn="l">
              <a:spcAft>
                <a:spcPts val="400"/>
              </a:spcAft>
              <a:buFont typeface="+mj-lt"/>
              <a:buChar char="•"/>
            </a:pPr>
            <a:r>
              <a:rPr lang="de-DE" sz="1300">
                <a:solidFill>
                  <a:srgbClr val="262626"/>
                </a:solidFill>
              </a:rPr>
              <a:t>Wheel odometry, 360-degree camera, GNSS/RTK</a:t>
            </a:r>
          </a:p>
          <a:p>
            <a:pPr marL="177800" indent="-177800" algn="l">
              <a:spcAft>
                <a:spcPts val="400"/>
              </a:spcAft>
              <a:buFont typeface="+mj-lt"/>
              <a:buChar char="•"/>
            </a:pPr>
            <a:r>
              <a:rPr lang="de-DE" sz="1300">
                <a:solidFill>
                  <a:srgbClr val="262626"/>
                </a:solidFill>
              </a:rPr>
              <a:t>ROS 1 bags, MIT license, about 2 GB per sequence</a:t>
            </a:r>
            <a:endParaRPr lang="de-DE" sz="1300" dirty="0">
              <a:solidFill>
                <a:srgbClr val="262626"/>
              </a:solidFill>
            </a:endParaRPr>
          </a:p>
        </p:txBody>
      </p:sp>
    </p:spTree>
    <p:extLst>
      <p:ext uri="{BB962C8B-B14F-4D97-AF65-F5344CB8AC3E}">
        <p14:creationId xmlns:p14="http://schemas.microsoft.com/office/powerpoint/2010/main" val="1121553725"/>
      </p:ext>
    </p:extLst>
  </p:cSld>
  <p:clrMapOvr>
    <a:masterClrMapping/>
  </p:clrMapOvr>
</p:sld>
</file>

<file path=ppt/slides/slide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el 1">
            <a:extLst>
              <a:ext uri="{FF2B5EF4-FFF2-40B4-BE49-F238E27FC236}">
                <a16:creationId xmlns:a16="http://schemas.microsoft.com/office/drawing/2014/main" id="{F8984362-87B8-E8AE-CFE6-2CB6D5B43E89}"/>
              </a:ext>
            </a:extLst>
          </p:cNvPr>
          <p:cNvSpPr>
            <a:spLocks noGrp="1"/>
          </p:cNvSpPr>
          <p:nvPr>
            <p:ph type="title"/>
          </p:nvPr>
        </p:nvSpPr>
        <p:spPr/>
        <p:txBody>
          <a:bodyPr/>
          <a:lstStyle/>
          <a:p>
            <a:r>
              <a:rPr lang="en-US"/>
              <a:t>Shared sequences and ground truth</a:t>
            </a:r>
            <a:endParaRPr lang="de-DE"/>
          </a:p>
        </p:txBody>
      </p:sp>
      <p:sp>
        <p:nvSpPr>
          <p:cNvPr id="4" name="Fußzeilenplatzhalter 3">
            <a:extLst>
              <a:ext uri="{FF2B5EF4-FFF2-40B4-BE49-F238E27FC236}">
                <a16:creationId xmlns:a16="http://schemas.microsoft.com/office/drawing/2014/main" id="{0631A61A-6C33-A056-FFBE-9A59BC108063}"/>
              </a:ext>
            </a:extLst>
          </p:cNvPr>
          <p:cNvSpPr>
            <a:spLocks noGrp="1"/>
          </p:cNvSpPr>
          <p:nvPr>
            <p:ph type="ftr" sz="quarter" idx="12"/>
          </p:nvPr>
        </p:nvSpPr>
        <p:spPr/>
        <p:txBody>
          <a:bodyPr/>
          <a:lstStyle/>
          <a:p>
            <a:r>
              <a:rPr lang="en-US"/>
              <a:t>SLAM Comparison | Bitsch, Stix, Ovdiienko, Zhou | WS 2026/27</a:t>
            </a:r>
            <a:endParaRPr lang="en-GB" dirty="0"/>
          </a:p>
        </p:txBody>
      </p:sp>
      <p:sp>
        <p:nvSpPr>
          <p:cNvPr id="5" name="Foliennummernplatzhalter 4">
            <a:extLst>
              <a:ext uri="{FF2B5EF4-FFF2-40B4-BE49-F238E27FC236}">
                <a16:creationId xmlns:a16="http://schemas.microsoft.com/office/drawing/2014/main" id="{2701CC5B-6E5E-30FB-82D0-03ECF26464A3}"/>
              </a:ext>
            </a:extLst>
          </p:cNvPr>
          <p:cNvSpPr>
            <a:spLocks noGrp="1"/>
          </p:cNvSpPr>
          <p:nvPr>
            <p:ph type="sldNum" sz="quarter" idx="13"/>
          </p:nvPr>
        </p:nvSpPr>
        <p:spPr/>
        <p:txBody>
          <a:bodyPr/>
          <a:lstStyle/>
          <a:p>
            <a:fld id="{9C057DB4-583E-41A7-BD94-987342018C17}" type="slidenum">
              <a:rPr lang="en-GB" smtClean="0"/>
              <a:pPr/>
              <a:t>5</a:t>
            </a:fld>
            <a:endParaRPr lang="en-GB" dirty="0"/>
          </a:p>
        </p:txBody>
      </p:sp>
      <p:sp>
        <p:nvSpPr>
          <p:cNvPr id="6" name="Textfeld 5">
            <a:extLst>
              <a:ext uri="{FF2B5EF4-FFF2-40B4-BE49-F238E27FC236}">
                <a16:creationId xmlns:a16="http://schemas.microsoft.com/office/drawing/2014/main" id="{E5DCE6A9-4944-4B40-D8F1-ED2D91020BBE}"/>
              </a:ext>
            </a:extLst>
          </p:cNvPr>
          <p:cNvSpPr txBox="1"/>
          <p:nvPr/>
        </p:nvSpPr>
        <p:spPr>
          <a:xfrm>
            <a:off x="177800" y="660400"/>
            <a:ext cx="4191000" cy="279400"/>
          </a:xfrm>
          <a:prstGeom prst="rect">
            <a:avLst/>
          </a:prstGeom>
        </p:spPr>
        <p:txBody>
          <a:bodyPr vert="horz" wrap="square" lIns="0" tIns="45720" rIns="0" bIns="45720" rtlCol="0" anchor="t">
            <a:noAutofit/>
          </a:bodyPr>
          <a:lstStyle/>
          <a:p>
            <a:pPr algn="l"/>
            <a:r>
              <a:rPr lang="en-US" sz="1600" b="1">
                <a:solidFill>
                  <a:srgbClr val="0063A6"/>
                </a:solidFill>
              </a:rPr>
              <a:t>Sequences (indoor, identical for all)</a:t>
            </a:r>
            <a:endParaRPr lang="de-DE" sz="1600" b="1" dirty="0">
              <a:solidFill>
                <a:srgbClr val="0063A6"/>
              </a:solidFill>
            </a:endParaRPr>
          </a:p>
        </p:txBody>
      </p:sp>
      <p:graphicFrame>
        <p:nvGraphicFramePr>
          <p:cNvPr id="7" name="Tabelle 6">
            <a:extLst>
              <a:ext uri="{FF2B5EF4-FFF2-40B4-BE49-F238E27FC236}">
                <a16:creationId xmlns:a16="http://schemas.microsoft.com/office/drawing/2014/main" id="{84A2B458-741D-60A7-C4F8-F25CEAE8DE3A}"/>
              </a:ext>
            </a:extLst>
          </p:cNvPr>
          <p:cNvGraphicFramePr>
            <a:graphicFrameLocks noGrp="1"/>
          </p:cNvGraphicFramePr>
          <p:nvPr>
            <p:extLst>
              <p:ext uri="{D42A27DB-BD31-4B8C-83A1-F6EECF244321}">
                <p14:modId xmlns:p14="http://schemas.microsoft.com/office/powerpoint/2010/main" val="2875202972"/>
              </p:ext>
            </p:extLst>
          </p:nvPr>
        </p:nvGraphicFramePr>
        <p:xfrm>
          <a:off x="177800" y="1016000"/>
          <a:ext cx="4191000" cy="1778000"/>
        </p:xfrm>
        <a:graphic>
          <a:graphicData uri="http://schemas.openxmlformats.org/drawingml/2006/table">
            <a:tbl>
              <a:tblPr firstRow="1" bandRow="1">
                <a:tableStyleId>{5C22544A-7EE6-4342-B048-85BDC9FD1C3A}</a:tableStyleId>
              </a:tblPr>
              <a:tblGrid>
                <a:gridCol w="1524000">
                  <a:extLst>
                    <a:ext uri="{9D8B030D-6E8A-4147-A177-3AD203B41FA5}">
                      <a16:colId xmlns:a16="http://schemas.microsoft.com/office/drawing/2014/main" val="3240705883"/>
                    </a:ext>
                  </a:extLst>
                </a:gridCol>
                <a:gridCol w="889000">
                  <a:extLst>
                    <a:ext uri="{9D8B030D-6E8A-4147-A177-3AD203B41FA5}">
                      <a16:colId xmlns:a16="http://schemas.microsoft.com/office/drawing/2014/main" val="821476051"/>
                    </a:ext>
                  </a:extLst>
                </a:gridCol>
                <a:gridCol w="1778000">
                  <a:extLst>
                    <a:ext uri="{9D8B030D-6E8A-4147-A177-3AD203B41FA5}">
                      <a16:colId xmlns:a16="http://schemas.microsoft.com/office/drawing/2014/main" val="3145550592"/>
                    </a:ext>
                  </a:extLst>
                </a:gridCol>
              </a:tblGrid>
              <a:tr h="444500">
                <a:tc>
                  <a:txBody>
                    <a:bodyPr/>
                    <a:lstStyle/>
                    <a:p>
                      <a:r>
                        <a:rPr lang="de-DE" sz="1300" b="1"/>
                        <a:t>Sequence</a:t>
                      </a:r>
                    </a:p>
                  </a:txBody>
                  <a:tcPr/>
                </a:tc>
                <a:tc>
                  <a:txBody>
                    <a:bodyPr/>
                    <a:lstStyle/>
                    <a:p>
                      <a:r>
                        <a:rPr lang="de-DE" sz="1300" b="1"/>
                        <a:t>Length</a:t>
                      </a:r>
                    </a:p>
                  </a:txBody>
                  <a:tcPr/>
                </a:tc>
                <a:tc>
                  <a:txBody>
                    <a:bodyPr/>
                    <a:lstStyle/>
                    <a:p>
                      <a:r>
                        <a:rPr lang="de-DE" sz="1300" b="1"/>
                        <a:t>Challenge</a:t>
                      </a:r>
                    </a:p>
                  </a:txBody>
                  <a:tcPr/>
                </a:tc>
                <a:extLst>
                  <a:ext uri="{0D108BD9-81ED-4DB2-BD59-A6C34878D82A}">
                    <a16:rowId xmlns:a16="http://schemas.microsoft.com/office/drawing/2014/main" val="1031359761"/>
                  </a:ext>
                </a:extLst>
              </a:tr>
              <a:tr h="444500">
                <a:tc>
                  <a:txBody>
                    <a:bodyPr/>
                    <a:lstStyle/>
                    <a:p>
                      <a:r>
                        <a:rPr lang="de-DE" sz="1300"/>
                        <a:t>Varying-illu01</a:t>
                      </a:r>
                    </a:p>
                  </a:txBody>
                  <a:tcPr/>
                </a:tc>
                <a:tc>
                  <a:txBody>
                    <a:bodyPr/>
                    <a:lstStyle/>
                    <a:p>
                      <a:r>
                        <a:rPr lang="de-DE" sz="1300"/>
                        <a:t>154 s</a:t>
                      </a:r>
                    </a:p>
                  </a:txBody>
                  <a:tcPr/>
                </a:tc>
                <a:tc>
                  <a:txBody>
                    <a:bodyPr/>
                    <a:lstStyle/>
                    <a:p>
                      <a:r>
                        <a:rPr lang="de-DE" sz="1300"/>
                        <a:t>changing light</a:t>
                      </a:r>
                    </a:p>
                  </a:txBody>
                  <a:tcPr/>
                </a:tc>
                <a:extLst>
                  <a:ext uri="{0D108BD9-81ED-4DB2-BD59-A6C34878D82A}">
                    <a16:rowId xmlns:a16="http://schemas.microsoft.com/office/drawing/2014/main" val="3618201821"/>
                  </a:ext>
                </a:extLst>
              </a:tr>
              <a:tr h="444500">
                <a:tc>
                  <a:txBody>
                    <a:bodyPr/>
                    <a:lstStyle/>
                    <a:p>
                      <a:r>
                        <a:rPr lang="de-DE" sz="1300"/>
                        <a:t>Dynamic01</a:t>
                      </a:r>
                    </a:p>
                  </a:txBody>
                  <a:tcPr/>
                </a:tc>
                <a:tc>
                  <a:txBody>
                    <a:bodyPr/>
                    <a:lstStyle/>
                    <a:p>
                      <a:r>
                        <a:rPr lang="de-DE" sz="1300"/>
                        <a:t>175 s</a:t>
                      </a:r>
                    </a:p>
                  </a:txBody>
                  <a:tcPr/>
                </a:tc>
                <a:tc>
                  <a:txBody>
                    <a:bodyPr/>
                    <a:lstStyle/>
                    <a:p>
                      <a:r>
                        <a:rPr lang="de-DE" sz="1300"/>
                        <a:t>moving people</a:t>
                      </a:r>
                    </a:p>
                  </a:txBody>
                  <a:tcPr/>
                </a:tc>
                <a:extLst>
                  <a:ext uri="{0D108BD9-81ED-4DB2-BD59-A6C34878D82A}">
                    <a16:rowId xmlns:a16="http://schemas.microsoft.com/office/drawing/2014/main" val="508212925"/>
                  </a:ext>
                </a:extLst>
              </a:tr>
              <a:tr h="444500">
                <a:tc>
                  <a:txBody>
                    <a:bodyPr/>
                    <a:lstStyle/>
                    <a:p>
                      <a:r>
                        <a:rPr lang="de-DE" sz="1300"/>
                        <a:t>Dark03</a:t>
                      </a:r>
                    </a:p>
                  </a:txBody>
                  <a:tcPr/>
                </a:tc>
                <a:tc>
                  <a:txBody>
                    <a:bodyPr/>
                    <a:lstStyle/>
                    <a:p>
                      <a:r>
                        <a:rPr lang="de-DE" sz="1300"/>
                        <a:t>170 s</a:t>
                      </a:r>
                    </a:p>
                  </a:txBody>
                  <a:tcPr/>
                </a:tc>
                <a:tc>
                  <a:txBody>
                    <a:bodyPr/>
                    <a:lstStyle/>
                    <a:p>
                      <a:r>
                        <a:rPr lang="de-DE" sz="1300"/>
                        <a:t>dark room</a:t>
                      </a:r>
                    </a:p>
                  </a:txBody>
                  <a:tcPr/>
                </a:tc>
                <a:extLst>
                  <a:ext uri="{0D108BD9-81ED-4DB2-BD59-A6C34878D82A}">
                    <a16:rowId xmlns:a16="http://schemas.microsoft.com/office/drawing/2014/main" val="3286451193"/>
                  </a:ext>
                </a:extLst>
              </a:tr>
            </a:tbl>
          </a:graphicData>
        </a:graphic>
      </p:graphicFrame>
      <p:sp>
        <p:nvSpPr>
          <p:cNvPr id="8" name="Textfeld 7">
            <a:extLst>
              <a:ext uri="{FF2B5EF4-FFF2-40B4-BE49-F238E27FC236}">
                <a16:creationId xmlns:a16="http://schemas.microsoft.com/office/drawing/2014/main" id="{078DC322-CD28-10F2-1C12-5C25E0D38CCA}"/>
              </a:ext>
            </a:extLst>
          </p:cNvPr>
          <p:cNvSpPr txBox="1"/>
          <p:nvPr/>
        </p:nvSpPr>
        <p:spPr>
          <a:xfrm>
            <a:off x="4775200" y="660400"/>
            <a:ext cx="4191000" cy="279400"/>
          </a:xfrm>
          <a:prstGeom prst="rect">
            <a:avLst/>
          </a:prstGeom>
        </p:spPr>
        <p:txBody>
          <a:bodyPr vert="horz" wrap="square" lIns="0" tIns="45720" rIns="0" bIns="45720" rtlCol="0" anchor="t">
            <a:noAutofit/>
          </a:bodyPr>
          <a:lstStyle/>
          <a:p>
            <a:pPr algn="l"/>
            <a:r>
              <a:rPr lang="de-DE" sz="1600" b="1">
                <a:solidFill>
                  <a:srgbClr val="0063A6"/>
                </a:solidFill>
              </a:rPr>
              <a:t>Ground truth accuracy</a:t>
            </a:r>
            <a:endParaRPr lang="de-DE" sz="1600" b="1" dirty="0">
              <a:solidFill>
                <a:srgbClr val="0063A6"/>
              </a:solidFill>
            </a:endParaRPr>
          </a:p>
        </p:txBody>
      </p:sp>
      <p:graphicFrame>
        <p:nvGraphicFramePr>
          <p:cNvPr id="9" name="Tabelle 8">
            <a:extLst>
              <a:ext uri="{FF2B5EF4-FFF2-40B4-BE49-F238E27FC236}">
                <a16:creationId xmlns:a16="http://schemas.microsoft.com/office/drawing/2014/main" id="{B024958E-408C-64CB-EE4C-794EAB6AFC4F}"/>
              </a:ext>
            </a:extLst>
          </p:cNvPr>
          <p:cNvGraphicFramePr>
            <a:graphicFrameLocks noGrp="1"/>
          </p:cNvGraphicFramePr>
          <p:nvPr>
            <p:extLst>
              <p:ext uri="{D42A27DB-BD31-4B8C-83A1-F6EECF244321}">
                <p14:modId xmlns:p14="http://schemas.microsoft.com/office/powerpoint/2010/main" val="985997452"/>
              </p:ext>
            </p:extLst>
          </p:nvPr>
        </p:nvGraphicFramePr>
        <p:xfrm>
          <a:off x="4775200" y="1016000"/>
          <a:ext cx="4191000" cy="2222500"/>
        </p:xfrm>
        <a:graphic>
          <a:graphicData uri="http://schemas.openxmlformats.org/drawingml/2006/table">
            <a:tbl>
              <a:tblPr firstRow="1" bandRow="1">
                <a:tableStyleId>{5C22544A-7EE6-4342-B048-85BDC9FD1C3A}</a:tableStyleId>
              </a:tblPr>
              <a:tblGrid>
                <a:gridCol w="1016000">
                  <a:extLst>
                    <a:ext uri="{9D8B030D-6E8A-4147-A177-3AD203B41FA5}">
                      <a16:colId xmlns:a16="http://schemas.microsoft.com/office/drawing/2014/main" val="3060361495"/>
                    </a:ext>
                  </a:extLst>
                </a:gridCol>
                <a:gridCol w="1651000">
                  <a:extLst>
                    <a:ext uri="{9D8B030D-6E8A-4147-A177-3AD203B41FA5}">
                      <a16:colId xmlns:a16="http://schemas.microsoft.com/office/drawing/2014/main" val="1587960435"/>
                    </a:ext>
                  </a:extLst>
                </a:gridCol>
                <a:gridCol w="1524000">
                  <a:extLst>
                    <a:ext uri="{9D8B030D-6E8A-4147-A177-3AD203B41FA5}">
                      <a16:colId xmlns:a16="http://schemas.microsoft.com/office/drawing/2014/main" val="3159415188"/>
                    </a:ext>
                  </a:extLst>
                </a:gridCol>
              </a:tblGrid>
              <a:tr h="444500">
                <a:tc>
                  <a:txBody>
                    <a:bodyPr/>
                    <a:lstStyle/>
                    <a:p>
                      <a:endParaRPr lang="de-DE" sz="1300" b="1"/>
                    </a:p>
                  </a:txBody>
                  <a:tcPr/>
                </a:tc>
                <a:tc>
                  <a:txBody>
                    <a:bodyPr/>
                    <a:lstStyle/>
                    <a:p>
                      <a:r>
                        <a:rPr lang="de-DE" sz="1300" b="1"/>
                        <a:t>Indoor (ours)</a:t>
                      </a:r>
                    </a:p>
                  </a:txBody>
                  <a:tcPr/>
                </a:tc>
                <a:tc>
                  <a:txBody>
                    <a:bodyPr/>
                    <a:lstStyle/>
                    <a:p>
                      <a:r>
                        <a:rPr lang="de-DE" sz="1300" b="1"/>
                        <a:t>Outdoor</a:t>
                      </a:r>
                    </a:p>
                  </a:txBody>
                  <a:tcPr/>
                </a:tc>
                <a:extLst>
                  <a:ext uri="{0D108BD9-81ED-4DB2-BD59-A6C34878D82A}">
                    <a16:rowId xmlns:a16="http://schemas.microsoft.com/office/drawing/2014/main" val="1720647174"/>
                  </a:ext>
                </a:extLst>
              </a:tr>
              <a:tr h="444500">
                <a:tc>
                  <a:txBody>
                    <a:bodyPr/>
                    <a:lstStyle/>
                    <a:p>
                      <a:r>
                        <a:rPr lang="de-DE" sz="1300"/>
                        <a:t>System</a:t>
                      </a:r>
                    </a:p>
                  </a:txBody>
                  <a:tcPr/>
                </a:tc>
                <a:tc>
                  <a:txBody>
                    <a:bodyPr/>
                    <a:lstStyle/>
                    <a:p>
                      <a:r>
                        <a:rPr lang="de-DE" sz="1300"/>
                        <a:t>OptiTrack mocap</a:t>
                      </a:r>
                    </a:p>
                  </a:txBody>
                  <a:tcPr/>
                </a:tc>
                <a:tc>
                  <a:txBody>
                    <a:bodyPr/>
                    <a:lstStyle/>
                    <a:p>
                      <a:r>
                        <a:rPr lang="de-DE" sz="1300"/>
                        <a:t>RTK-GNSS</a:t>
                      </a:r>
                    </a:p>
                  </a:txBody>
                  <a:tcPr/>
                </a:tc>
                <a:extLst>
                  <a:ext uri="{0D108BD9-81ED-4DB2-BD59-A6C34878D82A}">
                    <a16:rowId xmlns:a16="http://schemas.microsoft.com/office/drawing/2014/main" val="829912823"/>
                  </a:ext>
                </a:extLst>
              </a:tr>
              <a:tr h="444500">
                <a:tc>
                  <a:txBody>
                    <a:bodyPr/>
                    <a:lstStyle/>
                    <a:p>
                      <a:r>
                        <a:rPr lang="de-DE" sz="1300"/>
                        <a:t>Accuracy</a:t>
                      </a:r>
                    </a:p>
                  </a:txBody>
                  <a:tcPr/>
                </a:tc>
                <a:tc>
                  <a:txBody>
                    <a:bodyPr/>
                    <a:lstStyle/>
                    <a:p>
                      <a:r>
                        <a:rPr lang="de-DE" sz="1300"/>
                        <a:t>about 1 mm</a:t>
                      </a:r>
                    </a:p>
                  </a:txBody>
                  <a:tcPr/>
                </a:tc>
                <a:tc>
                  <a:txBody>
                    <a:bodyPr/>
                    <a:lstStyle/>
                    <a:p>
                      <a:r>
                        <a:rPr lang="de-DE" sz="1300"/>
                        <a:t>0.8 cm / 1.5 cm</a:t>
                      </a:r>
                    </a:p>
                  </a:txBody>
                  <a:tcPr/>
                </a:tc>
                <a:extLst>
                  <a:ext uri="{0D108BD9-81ED-4DB2-BD59-A6C34878D82A}">
                    <a16:rowId xmlns:a16="http://schemas.microsoft.com/office/drawing/2014/main" val="558440416"/>
                  </a:ext>
                </a:extLst>
              </a:tr>
              <a:tr h="444500">
                <a:tc>
                  <a:txBody>
                    <a:bodyPr/>
                    <a:lstStyle/>
                    <a:p>
                      <a:r>
                        <a:rPr lang="de-DE" sz="1300"/>
                        <a:t>Rate</a:t>
                      </a:r>
                    </a:p>
                  </a:txBody>
                  <a:tcPr/>
                </a:tc>
                <a:tc>
                  <a:txBody>
                    <a:bodyPr/>
                    <a:lstStyle/>
                    <a:p>
                      <a:r>
                        <a:rPr lang="de-DE" sz="1300"/>
                        <a:t>360 Hz</a:t>
                      </a:r>
                    </a:p>
                  </a:txBody>
                  <a:tcPr/>
                </a:tc>
                <a:tc>
                  <a:txBody>
                    <a:bodyPr/>
                    <a:lstStyle/>
                    <a:p>
                      <a:r>
                        <a:rPr lang="de-DE" sz="1300"/>
                        <a:t>15 Hz</a:t>
                      </a:r>
                    </a:p>
                  </a:txBody>
                  <a:tcPr/>
                </a:tc>
                <a:extLst>
                  <a:ext uri="{0D108BD9-81ED-4DB2-BD59-A6C34878D82A}">
                    <a16:rowId xmlns:a16="http://schemas.microsoft.com/office/drawing/2014/main" val="4132057588"/>
                  </a:ext>
                </a:extLst>
              </a:tr>
              <a:tr h="444500">
                <a:tc>
                  <a:txBody>
                    <a:bodyPr/>
                    <a:lstStyle/>
                    <a:p>
                      <a:r>
                        <a:rPr lang="de-DE" sz="1300"/>
                        <a:t>Measures</a:t>
                      </a:r>
                    </a:p>
                  </a:txBody>
                  <a:tcPr/>
                </a:tc>
                <a:tc>
                  <a:txBody>
                    <a:bodyPr/>
                    <a:lstStyle/>
                    <a:p>
                      <a:r>
                        <a:rPr lang="de-DE" sz="1300"/>
                        <a:t>position + orientation</a:t>
                      </a:r>
                    </a:p>
                  </a:txBody>
                  <a:tcPr/>
                </a:tc>
                <a:tc>
                  <a:txBody>
                    <a:bodyPr/>
                    <a:lstStyle/>
                    <a:p>
                      <a:r>
                        <a:rPr lang="de-DE" sz="1300"/>
                        <a:t>position only</a:t>
                      </a:r>
                    </a:p>
                  </a:txBody>
                  <a:tcPr/>
                </a:tc>
                <a:extLst>
                  <a:ext uri="{0D108BD9-81ED-4DB2-BD59-A6C34878D82A}">
                    <a16:rowId xmlns:a16="http://schemas.microsoft.com/office/drawing/2014/main" val="1735186595"/>
                  </a:ext>
                </a:extLst>
              </a:tr>
            </a:tbl>
          </a:graphicData>
        </a:graphic>
      </p:graphicFrame>
      <p:sp>
        <p:nvSpPr>
          <p:cNvPr id="10" name="Rechteck: abgerundete Ecken 9">
            <a:extLst>
              <a:ext uri="{FF2B5EF4-FFF2-40B4-BE49-F238E27FC236}">
                <a16:creationId xmlns:a16="http://schemas.microsoft.com/office/drawing/2014/main" id="{3A75C9BF-AAF3-6B5F-D782-0179810F001B}"/>
              </a:ext>
            </a:extLst>
          </p:cNvPr>
          <p:cNvSpPr/>
          <p:nvPr/>
        </p:nvSpPr>
        <p:spPr>
          <a:xfrm>
            <a:off x="177800" y="3454400"/>
            <a:ext cx="8775700" cy="889000"/>
          </a:xfrm>
          <a:prstGeom prst="roundRect">
            <a:avLst>
              <a:gd name="adj" fmla="val 6000"/>
            </a:avLst>
          </a:prstGeom>
          <a:solidFill>
            <a:srgbClr val="E6EFF7"/>
          </a:solidFill>
          <a:ln w="12700" cap="flat" cmpd="sng" algn="ctr">
            <a:noFill/>
            <a:prstDash val="solid"/>
            <a:miter lim="800000"/>
          </a:ln>
          <a:effectLst/>
          <a:extLst>
            <a:ext uri="{91240B29-F687-4F45-9708-019B960494DF}">
              <a14:hiddenLine xmlns:a14="http://schemas.microsoft.com/office/drawing/2010/main" w="12700" cap="flat" cmpd="sng" algn="ctr">
                <a:solidFill>
                  <a:schemeClr val="accent1">
                    <a:shade val="15000"/>
                  </a:schemeClr>
                </a:solidFill>
                <a:prstDash val="solid"/>
                <a:miter lim="800000"/>
              </a14:hiddenLine>
            </a:ext>
          </a:extLst>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de-DE"/>
          </a:p>
        </p:txBody>
      </p:sp>
      <p:sp>
        <p:nvSpPr>
          <p:cNvPr id="11" name="Textfeld 10">
            <a:extLst>
              <a:ext uri="{FF2B5EF4-FFF2-40B4-BE49-F238E27FC236}">
                <a16:creationId xmlns:a16="http://schemas.microsoft.com/office/drawing/2014/main" id="{D55DB9DD-74C2-7F1D-F401-DED86AB09EC6}"/>
              </a:ext>
            </a:extLst>
          </p:cNvPr>
          <p:cNvSpPr txBox="1"/>
          <p:nvPr/>
        </p:nvSpPr>
        <p:spPr>
          <a:xfrm>
            <a:off x="355600" y="3556000"/>
            <a:ext cx="8420100" cy="711200"/>
          </a:xfrm>
          <a:prstGeom prst="rect">
            <a:avLst/>
          </a:prstGeom>
        </p:spPr>
        <p:txBody>
          <a:bodyPr vert="horz" wrap="square" lIns="0" tIns="45720" rIns="0" bIns="45720" rtlCol="0" anchor="t">
            <a:normAutofit/>
          </a:bodyPr>
          <a:lstStyle/>
          <a:p>
            <a:pPr algn="l"/>
            <a:r>
              <a:rPr lang="en-US" sz="1400">
                <a:solidFill>
                  <a:srgbClr val="262626"/>
                </a:solidFill>
              </a:rPr>
              <a:t>Rule of thumb: ground truth must be about 10x more accurate than the errors we measure. Expected SLAM errors are centimetres, mocap gives millimetres.</a:t>
            </a:r>
            <a:endParaRPr lang="de-DE" sz="1400" dirty="0">
              <a:solidFill>
                <a:srgbClr val="262626"/>
              </a:solidFill>
            </a:endParaRPr>
          </a:p>
        </p:txBody>
      </p:sp>
    </p:spTree>
    <p:extLst>
      <p:ext uri="{BB962C8B-B14F-4D97-AF65-F5344CB8AC3E}">
        <p14:creationId xmlns:p14="http://schemas.microsoft.com/office/powerpoint/2010/main" val="987481916"/>
      </p:ext>
    </p:extLst>
  </p:cSld>
  <p:clrMapOvr>
    <a:masterClrMapping/>
  </p:clrMapOvr>
</p:sld>
</file>

<file path=ppt/slides/slide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el 1">
            <a:extLst>
              <a:ext uri="{FF2B5EF4-FFF2-40B4-BE49-F238E27FC236}">
                <a16:creationId xmlns:a16="http://schemas.microsoft.com/office/drawing/2014/main" id="{54800830-FC93-5767-E36A-3070E01DEC63}"/>
              </a:ext>
            </a:extLst>
          </p:cNvPr>
          <p:cNvSpPr>
            <a:spLocks noGrp="1"/>
          </p:cNvSpPr>
          <p:nvPr>
            <p:ph type="title"/>
          </p:nvPr>
        </p:nvSpPr>
        <p:spPr/>
        <p:txBody>
          <a:bodyPr/>
          <a:lstStyle/>
          <a:p>
            <a:r>
              <a:rPr lang="de-DE"/>
              <a:t>Evaluated SLAM systems</a:t>
            </a:r>
          </a:p>
        </p:txBody>
      </p:sp>
      <p:sp>
        <p:nvSpPr>
          <p:cNvPr id="4" name="Fußzeilenplatzhalter 3">
            <a:extLst>
              <a:ext uri="{FF2B5EF4-FFF2-40B4-BE49-F238E27FC236}">
                <a16:creationId xmlns:a16="http://schemas.microsoft.com/office/drawing/2014/main" id="{C863DE2C-E6BC-41DC-CE1A-5B368DEA49F2}"/>
              </a:ext>
            </a:extLst>
          </p:cNvPr>
          <p:cNvSpPr>
            <a:spLocks noGrp="1"/>
          </p:cNvSpPr>
          <p:nvPr>
            <p:ph type="ftr" sz="quarter" idx="12"/>
          </p:nvPr>
        </p:nvSpPr>
        <p:spPr/>
        <p:txBody>
          <a:bodyPr/>
          <a:lstStyle/>
          <a:p>
            <a:r>
              <a:rPr lang="en-US"/>
              <a:t>SLAM Comparison | Bitsch, Stix, Ovdiienko, Zhou | WS 2026/27</a:t>
            </a:r>
            <a:endParaRPr lang="en-GB" dirty="0"/>
          </a:p>
        </p:txBody>
      </p:sp>
      <p:sp>
        <p:nvSpPr>
          <p:cNvPr id="5" name="Foliennummernplatzhalter 4">
            <a:extLst>
              <a:ext uri="{FF2B5EF4-FFF2-40B4-BE49-F238E27FC236}">
                <a16:creationId xmlns:a16="http://schemas.microsoft.com/office/drawing/2014/main" id="{67C77FCD-AF7C-2660-CC51-E86A6F0423F3}"/>
              </a:ext>
            </a:extLst>
          </p:cNvPr>
          <p:cNvSpPr>
            <a:spLocks noGrp="1"/>
          </p:cNvSpPr>
          <p:nvPr>
            <p:ph type="sldNum" sz="quarter" idx="13"/>
          </p:nvPr>
        </p:nvSpPr>
        <p:spPr/>
        <p:txBody>
          <a:bodyPr/>
          <a:lstStyle/>
          <a:p>
            <a:fld id="{9C057DB4-583E-41A7-BD94-987342018C17}" type="slidenum">
              <a:rPr lang="en-GB" smtClean="0"/>
              <a:pPr/>
              <a:t>6</a:t>
            </a:fld>
            <a:endParaRPr lang="en-GB" dirty="0"/>
          </a:p>
        </p:txBody>
      </p:sp>
      <p:graphicFrame>
        <p:nvGraphicFramePr>
          <p:cNvPr id="6" name="Tabelle 5">
            <a:extLst>
              <a:ext uri="{FF2B5EF4-FFF2-40B4-BE49-F238E27FC236}">
                <a16:creationId xmlns:a16="http://schemas.microsoft.com/office/drawing/2014/main" id="{C1E437EF-289E-9382-DDCF-48E34D464EA2}"/>
              </a:ext>
            </a:extLst>
          </p:cNvPr>
          <p:cNvGraphicFramePr>
            <a:graphicFrameLocks noGrp="1"/>
          </p:cNvGraphicFramePr>
          <p:nvPr>
            <p:extLst>
              <p:ext uri="{D42A27DB-BD31-4B8C-83A1-F6EECF244321}">
                <p14:modId xmlns:p14="http://schemas.microsoft.com/office/powerpoint/2010/main" val="96208867"/>
              </p:ext>
            </p:extLst>
          </p:nvPr>
        </p:nvGraphicFramePr>
        <p:xfrm>
          <a:off x="177800" y="711200"/>
          <a:ext cx="8775700" cy="2540000"/>
        </p:xfrm>
        <a:graphic>
          <a:graphicData uri="http://schemas.openxmlformats.org/drawingml/2006/table">
            <a:tbl>
              <a:tblPr firstRow="1" bandRow="1">
                <a:tableStyleId>{5C22544A-7EE6-4342-B048-85BDC9FD1C3A}</a:tableStyleId>
              </a:tblPr>
              <a:tblGrid>
                <a:gridCol w="1905000">
                  <a:extLst>
                    <a:ext uri="{9D8B030D-6E8A-4147-A177-3AD203B41FA5}">
                      <a16:colId xmlns:a16="http://schemas.microsoft.com/office/drawing/2014/main" val="2914626148"/>
                    </a:ext>
                  </a:extLst>
                </a:gridCol>
                <a:gridCol w="1651000">
                  <a:extLst>
                    <a:ext uri="{9D8B030D-6E8A-4147-A177-3AD203B41FA5}">
                      <a16:colId xmlns:a16="http://schemas.microsoft.com/office/drawing/2014/main" val="1021012499"/>
                    </a:ext>
                  </a:extLst>
                </a:gridCol>
                <a:gridCol w="1651000">
                  <a:extLst>
                    <a:ext uri="{9D8B030D-6E8A-4147-A177-3AD203B41FA5}">
                      <a16:colId xmlns:a16="http://schemas.microsoft.com/office/drawing/2014/main" val="1120600975"/>
                    </a:ext>
                  </a:extLst>
                </a:gridCol>
                <a:gridCol w="2298700">
                  <a:extLst>
                    <a:ext uri="{9D8B030D-6E8A-4147-A177-3AD203B41FA5}">
                      <a16:colId xmlns:a16="http://schemas.microsoft.com/office/drawing/2014/main" val="644077207"/>
                    </a:ext>
                  </a:extLst>
                </a:gridCol>
                <a:gridCol w="1270000">
                  <a:extLst>
                    <a:ext uri="{9D8B030D-6E8A-4147-A177-3AD203B41FA5}">
                      <a16:colId xmlns:a16="http://schemas.microsoft.com/office/drawing/2014/main" val="574121893"/>
                    </a:ext>
                  </a:extLst>
                </a:gridCol>
              </a:tblGrid>
              <a:tr h="508000">
                <a:tc>
                  <a:txBody>
                    <a:bodyPr/>
                    <a:lstStyle/>
                    <a:p>
                      <a:r>
                        <a:rPr lang="de-DE" sz="1400" b="1"/>
                        <a:t>Member</a:t>
                      </a:r>
                    </a:p>
                  </a:txBody>
                  <a:tcPr/>
                </a:tc>
                <a:tc>
                  <a:txBody>
                    <a:bodyPr/>
                    <a:lstStyle/>
                    <a:p>
                      <a:r>
                        <a:rPr lang="de-DE" sz="1400" b="1"/>
                        <a:t>SLAM system</a:t>
                      </a:r>
                    </a:p>
                  </a:txBody>
                  <a:tcPr/>
                </a:tc>
                <a:tc>
                  <a:txBody>
                    <a:bodyPr/>
                    <a:lstStyle/>
                    <a:p>
                      <a:r>
                        <a:rPr lang="de-DE" sz="1400" b="1"/>
                        <a:t>Sensors</a:t>
                      </a:r>
                    </a:p>
                  </a:txBody>
                  <a:tcPr/>
                </a:tc>
                <a:tc>
                  <a:txBody>
                    <a:bodyPr/>
                    <a:lstStyle/>
                    <a:p>
                      <a:r>
                        <a:rPr lang="de-DE" sz="1400" b="1"/>
                        <a:t>Paradigm</a:t>
                      </a:r>
                    </a:p>
                  </a:txBody>
                  <a:tcPr/>
                </a:tc>
                <a:tc>
                  <a:txBody>
                    <a:bodyPr/>
                    <a:lstStyle/>
                    <a:p>
                      <a:r>
                        <a:rPr lang="de-DE" sz="1400" b="1"/>
                        <a:t>Loop closure</a:t>
                      </a:r>
                    </a:p>
                  </a:txBody>
                  <a:tcPr/>
                </a:tc>
                <a:extLst>
                  <a:ext uri="{0D108BD9-81ED-4DB2-BD59-A6C34878D82A}">
                    <a16:rowId xmlns:a16="http://schemas.microsoft.com/office/drawing/2014/main" val="95751035"/>
                  </a:ext>
                </a:extLst>
              </a:tr>
              <a:tr h="508000">
                <a:tc>
                  <a:txBody>
                    <a:bodyPr/>
                    <a:lstStyle/>
                    <a:p>
                      <a:r>
                        <a:rPr lang="de-DE" sz="1400"/>
                        <a:t>Elias Bitsch</a:t>
                      </a:r>
                    </a:p>
                  </a:txBody>
                  <a:tcPr/>
                </a:tc>
                <a:tc>
                  <a:txBody>
                    <a:bodyPr/>
                    <a:lstStyle/>
                    <a:p>
                      <a:r>
                        <a:rPr lang="de-DE" sz="1400"/>
                        <a:t>MASt3R-SLAM</a:t>
                      </a:r>
                    </a:p>
                  </a:txBody>
                  <a:tcPr/>
                </a:tc>
                <a:tc>
                  <a:txBody>
                    <a:bodyPr/>
                    <a:lstStyle/>
                    <a:p>
                      <a:r>
                        <a:rPr lang="de-DE" sz="1400"/>
                        <a:t>monocular RGB</a:t>
                      </a:r>
                    </a:p>
                  </a:txBody>
                  <a:tcPr/>
                </a:tc>
                <a:tc>
                  <a:txBody>
                    <a:bodyPr/>
                    <a:lstStyle/>
                    <a:p>
                      <a:r>
                        <a:rPr lang="de-DE" sz="1400"/>
                        <a:t>3D foundation model, dense</a:t>
                      </a:r>
                    </a:p>
                  </a:txBody>
                  <a:tcPr/>
                </a:tc>
                <a:tc>
                  <a:txBody>
                    <a:bodyPr/>
                    <a:lstStyle/>
                    <a:p>
                      <a:r>
                        <a:rPr lang="de-DE" sz="1400"/>
                        <a:t>yes</a:t>
                      </a:r>
                    </a:p>
                  </a:txBody>
                  <a:tcPr/>
                </a:tc>
                <a:extLst>
                  <a:ext uri="{0D108BD9-81ED-4DB2-BD59-A6C34878D82A}">
                    <a16:rowId xmlns:a16="http://schemas.microsoft.com/office/drawing/2014/main" val="3532497693"/>
                  </a:ext>
                </a:extLst>
              </a:tr>
              <a:tr h="508000">
                <a:tc>
                  <a:txBody>
                    <a:bodyPr/>
                    <a:lstStyle/>
                    <a:p>
                      <a:r>
                        <a:rPr lang="de-DE" sz="1400"/>
                        <a:t>Philip Stix</a:t>
                      </a:r>
                    </a:p>
                  </a:txBody>
                  <a:tcPr/>
                </a:tc>
                <a:tc>
                  <a:txBody>
                    <a:bodyPr/>
                    <a:lstStyle/>
                    <a:p>
                      <a:r>
                        <a:rPr lang="de-DE" sz="1400"/>
                        <a:t>[system]</a:t>
                      </a:r>
                    </a:p>
                  </a:txBody>
                  <a:tcPr/>
                </a:tc>
                <a:tc>
                  <a:txBody>
                    <a:bodyPr/>
                    <a:lstStyle/>
                    <a:p>
                      <a:r>
                        <a:rPr lang="de-DE" sz="1400"/>
                        <a:t>[sensors]</a:t>
                      </a:r>
                    </a:p>
                  </a:txBody>
                  <a:tcPr/>
                </a:tc>
                <a:tc>
                  <a:txBody>
                    <a:bodyPr/>
                    <a:lstStyle/>
                    <a:p>
                      <a:r>
                        <a:rPr lang="de-DE" sz="1400"/>
                        <a:t>[paradigm]</a:t>
                      </a:r>
                    </a:p>
                  </a:txBody>
                  <a:tcPr/>
                </a:tc>
                <a:tc>
                  <a:txBody>
                    <a:bodyPr/>
                    <a:lstStyle/>
                    <a:p>
                      <a:r>
                        <a:rPr lang="de-DE" sz="1400"/>
                        <a:t>[yes/no]</a:t>
                      </a:r>
                    </a:p>
                  </a:txBody>
                  <a:tcPr/>
                </a:tc>
                <a:extLst>
                  <a:ext uri="{0D108BD9-81ED-4DB2-BD59-A6C34878D82A}">
                    <a16:rowId xmlns:a16="http://schemas.microsoft.com/office/drawing/2014/main" val="1196881416"/>
                  </a:ext>
                </a:extLst>
              </a:tr>
              <a:tr h="508000">
                <a:tc>
                  <a:txBody>
                    <a:bodyPr/>
                    <a:lstStyle/>
                    <a:p>
                      <a:r>
                        <a:rPr lang="de-DE" sz="1400"/>
                        <a:t>Viktoriia Ovdiienko</a:t>
                      </a:r>
                    </a:p>
                  </a:txBody>
                  <a:tcPr/>
                </a:tc>
                <a:tc>
                  <a:txBody>
                    <a:bodyPr/>
                    <a:lstStyle/>
                    <a:p>
                      <a:r>
                        <a:rPr lang="de-DE" sz="1400"/>
                        <a:t>[system]</a:t>
                      </a:r>
                    </a:p>
                  </a:txBody>
                  <a:tcPr/>
                </a:tc>
                <a:tc>
                  <a:txBody>
                    <a:bodyPr/>
                    <a:lstStyle/>
                    <a:p>
                      <a:r>
                        <a:rPr lang="de-DE" sz="1400"/>
                        <a:t>[sensors]</a:t>
                      </a:r>
                    </a:p>
                  </a:txBody>
                  <a:tcPr/>
                </a:tc>
                <a:tc>
                  <a:txBody>
                    <a:bodyPr/>
                    <a:lstStyle/>
                    <a:p>
                      <a:r>
                        <a:rPr lang="de-DE" sz="1400"/>
                        <a:t>[paradigm]</a:t>
                      </a:r>
                    </a:p>
                  </a:txBody>
                  <a:tcPr/>
                </a:tc>
                <a:tc>
                  <a:txBody>
                    <a:bodyPr/>
                    <a:lstStyle/>
                    <a:p>
                      <a:r>
                        <a:rPr lang="de-DE" sz="1400"/>
                        <a:t>[yes/no]</a:t>
                      </a:r>
                    </a:p>
                  </a:txBody>
                  <a:tcPr/>
                </a:tc>
                <a:extLst>
                  <a:ext uri="{0D108BD9-81ED-4DB2-BD59-A6C34878D82A}">
                    <a16:rowId xmlns:a16="http://schemas.microsoft.com/office/drawing/2014/main" val="3144082216"/>
                  </a:ext>
                </a:extLst>
              </a:tr>
              <a:tr h="508000">
                <a:tc>
                  <a:txBody>
                    <a:bodyPr/>
                    <a:lstStyle/>
                    <a:p>
                      <a:r>
                        <a:rPr lang="de-DE" sz="1400"/>
                        <a:t>Jiayi Zhou</a:t>
                      </a:r>
                    </a:p>
                  </a:txBody>
                  <a:tcPr/>
                </a:tc>
                <a:tc>
                  <a:txBody>
                    <a:bodyPr/>
                    <a:lstStyle/>
                    <a:p>
                      <a:r>
                        <a:rPr lang="de-DE" sz="1400"/>
                        <a:t>[system]</a:t>
                      </a:r>
                    </a:p>
                  </a:txBody>
                  <a:tcPr/>
                </a:tc>
                <a:tc>
                  <a:txBody>
                    <a:bodyPr/>
                    <a:lstStyle/>
                    <a:p>
                      <a:r>
                        <a:rPr lang="de-DE" sz="1400"/>
                        <a:t>[sensors]</a:t>
                      </a:r>
                    </a:p>
                  </a:txBody>
                  <a:tcPr/>
                </a:tc>
                <a:tc>
                  <a:txBody>
                    <a:bodyPr/>
                    <a:lstStyle/>
                    <a:p>
                      <a:r>
                        <a:rPr lang="de-DE" sz="1400"/>
                        <a:t>[paradigm]</a:t>
                      </a:r>
                    </a:p>
                  </a:txBody>
                  <a:tcPr/>
                </a:tc>
                <a:tc>
                  <a:txBody>
                    <a:bodyPr/>
                    <a:lstStyle/>
                    <a:p>
                      <a:r>
                        <a:rPr lang="de-DE" sz="1400"/>
                        <a:t>[yes/no]</a:t>
                      </a:r>
                    </a:p>
                  </a:txBody>
                  <a:tcPr/>
                </a:tc>
                <a:extLst>
                  <a:ext uri="{0D108BD9-81ED-4DB2-BD59-A6C34878D82A}">
                    <a16:rowId xmlns:a16="http://schemas.microsoft.com/office/drawing/2014/main" val="4147519050"/>
                  </a:ext>
                </a:extLst>
              </a:tr>
            </a:tbl>
          </a:graphicData>
        </a:graphic>
      </p:graphicFrame>
      <p:sp>
        <p:nvSpPr>
          <p:cNvPr id="7" name="Rechteck: abgerundete Ecken 6">
            <a:extLst>
              <a:ext uri="{FF2B5EF4-FFF2-40B4-BE49-F238E27FC236}">
                <a16:creationId xmlns:a16="http://schemas.microsoft.com/office/drawing/2014/main" id="{75A41A3D-2D8A-9AF3-F793-09B1194CBC40}"/>
              </a:ext>
            </a:extLst>
          </p:cNvPr>
          <p:cNvSpPr/>
          <p:nvPr/>
        </p:nvSpPr>
        <p:spPr>
          <a:xfrm>
            <a:off x="177800" y="3606800"/>
            <a:ext cx="8775700" cy="711200"/>
          </a:xfrm>
          <a:prstGeom prst="roundRect">
            <a:avLst>
              <a:gd name="adj" fmla="val 6000"/>
            </a:avLst>
          </a:prstGeom>
          <a:solidFill>
            <a:srgbClr val="E6EFF7"/>
          </a:solidFill>
          <a:ln w="12700" cap="flat" cmpd="sng" algn="ctr">
            <a:noFill/>
            <a:prstDash val="solid"/>
            <a:miter lim="800000"/>
          </a:ln>
          <a:effectLst/>
          <a:extLst>
            <a:ext uri="{91240B29-F687-4F45-9708-019B960494DF}">
              <a14:hiddenLine xmlns:a14="http://schemas.microsoft.com/office/drawing/2010/main" w="12700" cap="flat" cmpd="sng" algn="ctr">
                <a:solidFill>
                  <a:schemeClr val="accent1">
                    <a:shade val="15000"/>
                  </a:schemeClr>
                </a:solidFill>
                <a:prstDash val="solid"/>
                <a:miter lim="800000"/>
              </a14:hiddenLine>
            </a:ext>
          </a:extLst>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de-DE"/>
          </a:p>
        </p:txBody>
      </p:sp>
      <p:sp>
        <p:nvSpPr>
          <p:cNvPr id="8" name="Textfeld 7">
            <a:extLst>
              <a:ext uri="{FF2B5EF4-FFF2-40B4-BE49-F238E27FC236}">
                <a16:creationId xmlns:a16="http://schemas.microsoft.com/office/drawing/2014/main" id="{28F4686F-21A8-35EE-F1CB-B9F16A989C59}"/>
              </a:ext>
            </a:extLst>
          </p:cNvPr>
          <p:cNvSpPr txBox="1"/>
          <p:nvPr/>
        </p:nvSpPr>
        <p:spPr>
          <a:xfrm>
            <a:off x="355600" y="3708400"/>
            <a:ext cx="8420100" cy="558800"/>
          </a:xfrm>
          <a:prstGeom prst="rect">
            <a:avLst/>
          </a:prstGeom>
        </p:spPr>
        <p:txBody>
          <a:bodyPr vert="horz" wrap="square" lIns="0" tIns="45720" rIns="0" bIns="45720" rtlCol="0" anchor="t">
            <a:normAutofit/>
          </a:bodyPr>
          <a:lstStyle/>
          <a:p>
            <a:pPr algn="l"/>
            <a:r>
              <a:rPr lang="en-US" sz="1400">
                <a:solidFill>
                  <a:srgbClr val="262626"/>
                </a:solidFill>
              </a:rPr>
              <a:t>Fairness: default parameters of the original authors for every system. Only calibration and topic names are adapted, every change is documented.</a:t>
            </a:r>
            <a:endParaRPr lang="de-DE" sz="1400" dirty="0">
              <a:solidFill>
                <a:srgbClr val="262626"/>
              </a:solidFill>
            </a:endParaRPr>
          </a:p>
        </p:txBody>
      </p:sp>
    </p:spTree>
    <p:extLst>
      <p:ext uri="{BB962C8B-B14F-4D97-AF65-F5344CB8AC3E}">
        <p14:creationId xmlns:p14="http://schemas.microsoft.com/office/powerpoint/2010/main" val="2485333405"/>
      </p:ext>
    </p:extLst>
  </p:cSld>
  <p:clrMapOvr>
    <a:masterClrMapping/>
  </p:clrMapOvr>
</p:sld>
</file>

<file path=ppt/slides/slide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el 1">
            <a:extLst>
              <a:ext uri="{FF2B5EF4-FFF2-40B4-BE49-F238E27FC236}">
                <a16:creationId xmlns:a16="http://schemas.microsoft.com/office/drawing/2014/main" id="{9CA1B709-6037-04A1-D9CF-6F351E937233}"/>
              </a:ext>
            </a:extLst>
          </p:cNvPr>
          <p:cNvSpPr>
            <a:spLocks noGrp="1"/>
          </p:cNvSpPr>
          <p:nvPr>
            <p:ph type="title"/>
          </p:nvPr>
        </p:nvSpPr>
        <p:spPr/>
        <p:txBody>
          <a:bodyPr/>
          <a:lstStyle/>
          <a:p>
            <a:r>
              <a:rPr lang="de-DE"/>
              <a:t>Example: MASt3R-SLAM (monocular RGB)</a:t>
            </a:r>
          </a:p>
        </p:txBody>
      </p:sp>
      <p:sp>
        <p:nvSpPr>
          <p:cNvPr id="4" name="Fußzeilenplatzhalter 3">
            <a:extLst>
              <a:ext uri="{FF2B5EF4-FFF2-40B4-BE49-F238E27FC236}">
                <a16:creationId xmlns:a16="http://schemas.microsoft.com/office/drawing/2014/main" id="{BE4F160A-3075-ECE9-CE63-EB526A818C35}"/>
              </a:ext>
            </a:extLst>
          </p:cNvPr>
          <p:cNvSpPr>
            <a:spLocks noGrp="1"/>
          </p:cNvSpPr>
          <p:nvPr>
            <p:ph type="ftr" sz="quarter" idx="12"/>
          </p:nvPr>
        </p:nvSpPr>
        <p:spPr/>
        <p:txBody>
          <a:bodyPr/>
          <a:lstStyle/>
          <a:p>
            <a:r>
              <a:rPr lang="en-US"/>
              <a:t>SLAM Comparison | Bitsch, Stix, Ovdiienko, Zhou | WS 2026/27</a:t>
            </a:r>
            <a:endParaRPr lang="en-GB" dirty="0"/>
          </a:p>
        </p:txBody>
      </p:sp>
      <p:sp>
        <p:nvSpPr>
          <p:cNvPr id="5" name="Foliennummernplatzhalter 4">
            <a:extLst>
              <a:ext uri="{FF2B5EF4-FFF2-40B4-BE49-F238E27FC236}">
                <a16:creationId xmlns:a16="http://schemas.microsoft.com/office/drawing/2014/main" id="{7FB4F2AB-7636-EC89-1DF1-11608AF4BB38}"/>
              </a:ext>
            </a:extLst>
          </p:cNvPr>
          <p:cNvSpPr>
            <a:spLocks noGrp="1"/>
          </p:cNvSpPr>
          <p:nvPr>
            <p:ph type="sldNum" sz="quarter" idx="13"/>
          </p:nvPr>
        </p:nvSpPr>
        <p:spPr/>
        <p:txBody>
          <a:bodyPr/>
          <a:lstStyle/>
          <a:p>
            <a:fld id="{9C057DB4-583E-41A7-BD94-987342018C17}" type="slidenum">
              <a:rPr lang="en-GB" smtClean="0"/>
              <a:pPr/>
              <a:t>7</a:t>
            </a:fld>
            <a:endParaRPr lang="en-GB" dirty="0"/>
          </a:p>
        </p:txBody>
      </p:sp>
      <p:pic>
        <p:nvPicPr>
          <p:cNvPr id="7" name="Grafik 6" descr="MASt3R-SLAM dense reconstruction of an office with camera poses">
            <a:extLst>
              <a:ext uri="{FF2B5EF4-FFF2-40B4-BE49-F238E27FC236}">
                <a16:creationId xmlns:a16="http://schemas.microsoft.com/office/drawing/2014/main" id="{44219621-BD5E-AC24-7B80-5C67B65ADB56}"/>
              </a:ext>
            </a:extLst>
          </p:cNvPr>
          <p:cNvPicPr>
            <a:picLocks noChangeAspect="1"/>
          </p:cNvPicPr>
          <p:nvPr/>
        </p:nvPicPr>
        <p:blipFill>
          <a:blip r:embed="rId3">
            <a:extLst>
              <a:ext uri="{28A0092B-C50C-407E-A947-70E740481C1C}">
                <a14:useLocalDpi xmlns:a14="http://schemas.microsoft.com/office/drawing/2010/main" val="0"/>
              </a:ext>
            </a:extLst>
          </a:blip>
          <a:stretch>
            <a:fillRect/>
          </a:stretch>
        </p:blipFill>
        <p:spPr>
          <a:xfrm>
            <a:off x="177800" y="635000"/>
            <a:ext cx="5334000" cy="2667000"/>
          </a:xfrm>
          <a:prstGeom prst="rect">
            <a:avLst/>
          </a:prstGeom>
        </p:spPr>
      </p:pic>
      <p:sp>
        <p:nvSpPr>
          <p:cNvPr id="8" name="Textfeld 7">
            <a:extLst>
              <a:ext uri="{FF2B5EF4-FFF2-40B4-BE49-F238E27FC236}">
                <a16:creationId xmlns:a16="http://schemas.microsoft.com/office/drawing/2014/main" id="{48340991-F8F0-252A-DF61-87ECBF1D2420}"/>
              </a:ext>
            </a:extLst>
          </p:cNvPr>
          <p:cNvSpPr txBox="1"/>
          <p:nvPr/>
        </p:nvSpPr>
        <p:spPr>
          <a:xfrm>
            <a:off x="177800" y="3327400"/>
            <a:ext cx="5334000" cy="177800"/>
          </a:xfrm>
          <a:prstGeom prst="rect">
            <a:avLst/>
          </a:prstGeom>
        </p:spPr>
        <p:txBody>
          <a:bodyPr vert="horz" wrap="square" lIns="0" tIns="45720" rIns="0" bIns="45720" rtlCol="0" anchor="t">
            <a:noAutofit/>
          </a:bodyPr>
          <a:lstStyle/>
          <a:p>
            <a:pPr algn="l"/>
            <a:r>
              <a:rPr lang="nb-NO" sz="900" i="1">
                <a:solidFill>
                  <a:srgbClr val="595959"/>
                </a:solidFill>
              </a:rPr>
              <a:t>Image: Murai, Dexheimer, Davison, MASt3R-SLAM, CVPR 2025 (github.com/rmurai0610/MASt3R-SLAM), frame from teaser video.</a:t>
            </a:r>
            <a:endParaRPr lang="de-DE" sz="900" i="1" dirty="0">
              <a:solidFill>
                <a:srgbClr val="595959"/>
              </a:solidFill>
            </a:endParaRPr>
          </a:p>
        </p:txBody>
      </p:sp>
      <p:sp>
        <p:nvSpPr>
          <p:cNvPr id="9" name="Textfeld 8">
            <a:extLst>
              <a:ext uri="{FF2B5EF4-FFF2-40B4-BE49-F238E27FC236}">
                <a16:creationId xmlns:a16="http://schemas.microsoft.com/office/drawing/2014/main" id="{B517570D-FFBC-25FA-08A5-4F64DBDAB0BB}"/>
              </a:ext>
            </a:extLst>
          </p:cNvPr>
          <p:cNvSpPr txBox="1"/>
          <p:nvPr/>
        </p:nvSpPr>
        <p:spPr>
          <a:xfrm>
            <a:off x="5715000" y="660400"/>
            <a:ext cx="3238500" cy="279400"/>
          </a:xfrm>
          <a:prstGeom prst="rect">
            <a:avLst/>
          </a:prstGeom>
        </p:spPr>
        <p:txBody>
          <a:bodyPr vert="horz" wrap="square" lIns="0" tIns="45720" rIns="0" bIns="45720" rtlCol="0" anchor="t">
            <a:noAutofit/>
          </a:bodyPr>
          <a:lstStyle/>
          <a:p>
            <a:pPr algn="l"/>
            <a:r>
              <a:rPr lang="de-DE" sz="1600" b="1">
                <a:solidFill>
                  <a:srgbClr val="0063A6"/>
                </a:solidFill>
              </a:rPr>
              <a:t>How it works</a:t>
            </a:r>
            <a:endParaRPr lang="de-DE" sz="1600" b="1" dirty="0">
              <a:solidFill>
                <a:srgbClr val="0063A6"/>
              </a:solidFill>
            </a:endParaRPr>
          </a:p>
        </p:txBody>
      </p:sp>
      <p:sp>
        <p:nvSpPr>
          <p:cNvPr id="10" name="Textfeld 9">
            <a:extLst>
              <a:ext uri="{FF2B5EF4-FFF2-40B4-BE49-F238E27FC236}">
                <a16:creationId xmlns:a16="http://schemas.microsoft.com/office/drawing/2014/main" id="{E89DA43D-B28A-F43F-F9A2-C0C2926D535B}"/>
              </a:ext>
            </a:extLst>
          </p:cNvPr>
          <p:cNvSpPr txBox="1"/>
          <p:nvPr/>
        </p:nvSpPr>
        <p:spPr>
          <a:xfrm>
            <a:off x="5715000" y="1016000"/>
            <a:ext cx="3238500" cy="3429000"/>
          </a:xfrm>
          <a:prstGeom prst="rect">
            <a:avLst/>
          </a:prstGeom>
        </p:spPr>
        <p:txBody>
          <a:bodyPr vert="horz" wrap="square" lIns="0" tIns="45720" rIns="91440" bIns="45720" rtlCol="0" anchor="t">
            <a:normAutofit/>
          </a:bodyPr>
          <a:lstStyle/>
          <a:p>
            <a:pPr marL="177800" indent="-177800" algn="l">
              <a:spcAft>
                <a:spcPts val="400"/>
              </a:spcAft>
              <a:buFont typeface="+mj-lt"/>
              <a:buChar char="•"/>
            </a:pPr>
            <a:r>
              <a:rPr lang="de-DE" sz="1300">
                <a:solidFill>
                  <a:srgbClr val="262626"/>
                </a:solidFill>
              </a:rPr>
              <a:t>Input: one RGB camera, calibration optional</a:t>
            </a:r>
          </a:p>
          <a:p>
            <a:pPr marL="177800" indent="-177800" algn="l">
              <a:spcAft>
                <a:spcPts val="400"/>
              </a:spcAft>
              <a:buFont typeface="+mj-lt"/>
              <a:buChar char="•"/>
            </a:pPr>
            <a:r>
              <a:rPr lang="de-DE" sz="1300">
                <a:solidFill>
                  <a:srgbClr val="262626"/>
                </a:solidFill>
              </a:rPr>
              <a:t>MASt3R foundation model predicts dense 3D points from image pairs</a:t>
            </a:r>
          </a:p>
          <a:p>
            <a:pPr marL="177800" indent="-177800" algn="l">
              <a:spcAft>
                <a:spcPts val="400"/>
              </a:spcAft>
              <a:buFont typeface="+mj-lt"/>
              <a:buChar char="•"/>
            </a:pPr>
            <a:r>
              <a:rPr lang="de-DE" sz="1300">
                <a:solidFill>
                  <a:srgbClr val="262626"/>
                </a:solidFill>
              </a:rPr>
              <a:t>Tracking, local fusion, loop closure, global optimisation</a:t>
            </a:r>
          </a:p>
          <a:p>
            <a:pPr marL="177800" indent="-177800" algn="l">
              <a:spcAft>
                <a:spcPts val="400"/>
              </a:spcAft>
              <a:buFont typeface="+mj-lt"/>
              <a:buChar char="•"/>
            </a:pPr>
            <a:r>
              <a:rPr lang="de-DE" sz="1300">
                <a:solidFill>
                  <a:srgbClr val="262626"/>
                </a:solidFill>
              </a:rPr>
              <a:t>Output: trajectory + dense 3D map, about 15 FPS on a GPU</a:t>
            </a:r>
          </a:p>
          <a:p>
            <a:pPr marL="177800" indent="-177800" algn="l">
              <a:spcAft>
                <a:spcPts val="400"/>
              </a:spcAft>
              <a:buFont typeface="+mj-lt"/>
              <a:buChar char="•"/>
            </a:pPr>
            <a:r>
              <a:rPr lang="de-DE" sz="1300">
                <a:solidFill>
                  <a:srgbClr val="262626"/>
                </a:solidFill>
              </a:rPr>
              <a:t>Scale is unobservable with one camera</a:t>
            </a:r>
            <a:endParaRPr lang="de-DE" sz="1300" dirty="0">
              <a:solidFill>
                <a:srgbClr val="262626"/>
              </a:solidFill>
            </a:endParaRPr>
          </a:p>
        </p:txBody>
      </p:sp>
    </p:spTree>
    <p:extLst>
      <p:ext uri="{BB962C8B-B14F-4D97-AF65-F5344CB8AC3E}">
        <p14:creationId xmlns:p14="http://schemas.microsoft.com/office/powerpoint/2010/main" val="579315154"/>
      </p:ext>
    </p:extLst>
  </p:cSld>
  <p:clrMapOvr>
    <a:masterClrMapping/>
  </p:clrMapOvr>
</p:sld>
</file>

<file path=ppt/slides/slide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el 1">
            <a:extLst>
              <a:ext uri="{FF2B5EF4-FFF2-40B4-BE49-F238E27FC236}">
                <a16:creationId xmlns:a16="http://schemas.microsoft.com/office/drawing/2014/main" id="{C4181EC3-2FEB-0AC2-5904-AB6A1A32AA09}"/>
              </a:ext>
            </a:extLst>
          </p:cNvPr>
          <p:cNvSpPr>
            <a:spLocks noGrp="1"/>
          </p:cNvSpPr>
          <p:nvPr>
            <p:ph type="title"/>
          </p:nvPr>
        </p:nvSpPr>
        <p:spPr/>
        <p:txBody>
          <a:bodyPr/>
          <a:lstStyle/>
          <a:p>
            <a:r>
              <a:rPr lang="de-DE"/>
              <a:t>Metric 1: Absolute Trajectory Error (ATE)</a:t>
            </a:r>
          </a:p>
        </p:txBody>
      </p:sp>
      <p:sp>
        <p:nvSpPr>
          <p:cNvPr id="4" name="Fußzeilenplatzhalter 3">
            <a:extLst>
              <a:ext uri="{FF2B5EF4-FFF2-40B4-BE49-F238E27FC236}">
                <a16:creationId xmlns:a16="http://schemas.microsoft.com/office/drawing/2014/main" id="{8B41BBC3-2E7F-0DA7-3155-64CDFF2E1C2F}"/>
              </a:ext>
            </a:extLst>
          </p:cNvPr>
          <p:cNvSpPr>
            <a:spLocks noGrp="1"/>
          </p:cNvSpPr>
          <p:nvPr>
            <p:ph type="ftr" sz="quarter" idx="12"/>
          </p:nvPr>
        </p:nvSpPr>
        <p:spPr/>
        <p:txBody>
          <a:bodyPr/>
          <a:lstStyle/>
          <a:p>
            <a:r>
              <a:rPr lang="en-US"/>
              <a:t>SLAM Comparison | Bitsch, Stix, Ovdiienko, Zhou | WS 2026/27</a:t>
            </a:r>
            <a:endParaRPr lang="en-GB" dirty="0"/>
          </a:p>
        </p:txBody>
      </p:sp>
      <p:sp>
        <p:nvSpPr>
          <p:cNvPr id="5" name="Foliennummernplatzhalter 4">
            <a:extLst>
              <a:ext uri="{FF2B5EF4-FFF2-40B4-BE49-F238E27FC236}">
                <a16:creationId xmlns:a16="http://schemas.microsoft.com/office/drawing/2014/main" id="{94899412-351B-7E8B-5A54-2CC0F5B08275}"/>
              </a:ext>
            </a:extLst>
          </p:cNvPr>
          <p:cNvSpPr>
            <a:spLocks noGrp="1"/>
          </p:cNvSpPr>
          <p:nvPr>
            <p:ph type="sldNum" sz="quarter" idx="13"/>
          </p:nvPr>
        </p:nvSpPr>
        <p:spPr/>
        <p:txBody>
          <a:bodyPr/>
          <a:lstStyle/>
          <a:p>
            <a:fld id="{9C057DB4-583E-41A7-BD94-987342018C17}" type="slidenum">
              <a:rPr lang="en-GB" smtClean="0"/>
              <a:pPr/>
              <a:t>8</a:t>
            </a:fld>
            <a:endParaRPr lang="en-GB" dirty="0"/>
          </a:p>
        </p:txBody>
      </p:sp>
      <p:pic>
        <p:nvPicPr>
          <p:cNvPr id="7" name="Grafik 6" descr="Ground truth and aligned estimate with per-timestep position errors">
            <a:extLst>
              <a:ext uri="{FF2B5EF4-FFF2-40B4-BE49-F238E27FC236}">
                <a16:creationId xmlns:a16="http://schemas.microsoft.com/office/drawing/2014/main" id="{881116BC-3E78-C000-337A-064F8B94B509}"/>
              </a:ext>
            </a:extLst>
          </p:cNvPr>
          <p:cNvPicPr>
            <a:picLocks noChangeAspect="1"/>
          </p:cNvPicPr>
          <p:nvPr/>
        </p:nvPicPr>
        <p:blipFill>
          <a:blip r:embed="rId3">
            <a:extLst>
              <a:ext uri="{28A0092B-C50C-407E-A947-70E740481C1C}">
                <a14:useLocalDpi xmlns:a14="http://schemas.microsoft.com/office/drawing/2010/main" val="0"/>
              </a:ext>
            </a:extLst>
          </a:blip>
          <a:stretch>
            <a:fillRect/>
          </a:stretch>
        </p:blipFill>
        <p:spPr>
          <a:xfrm>
            <a:off x="177800" y="915199"/>
            <a:ext cx="4826000" cy="2868601"/>
          </a:xfrm>
          <a:prstGeom prst="rect">
            <a:avLst/>
          </a:prstGeom>
        </p:spPr>
      </p:pic>
      <p:sp>
        <p:nvSpPr>
          <p:cNvPr id="8" name="Textfeld 7">
            <a:extLst>
              <a:ext uri="{FF2B5EF4-FFF2-40B4-BE49-F238E27FC236}">
                <a16:creationId xmlns:a16="http://schemas.microsoft.com/office/drawing/2014/main" id="{205E1796-A558-7669-5B64-81639D944B2F}"/>
              </a:ext>
            </a:extLst>
          </p:cNvPr>
          <p:cNvSpPr txBox="1"/>
          <p:nvPr/>
        </p:nvSpPr>
        <p:spPr>
          <a:xfrm>
            <a:off x="5207000" y="660400"/>
            <a:ext cx="3746500" cy="279400"/>
          </a:xfrm>
          <a:prstGeom prst="rect">
            <a:avLst/>
          </a:prstGeom>
        </p:spPr>
        <p:txBody>
          <a:bodyPr vert="horz" wrap="square" lIns="0" tIns="45720" rIns="0" bIns="45720" rtlCol="0" anchor="t">
            <a:noAutofit/>
          </a:bodyPr>
          <a:lstStyle/>
          <a:p>
            <a:pPr algn="l"/>
            <a:r>
              <a:rPr lang="de-DE" sz="1600" b="1">
                <a:solidFill>
                  <a:srgbClr val="0063A6"/>
                </a:solidFill>
              </a:rPr>
              <a:t>Global accuracy</a:t>
            </a:r>
            <a:endParaRPr lang="de-DE" sz="1600" b="1" dirty="0">
              <a:solidFill>
                <a:srgbClr val="0063A6"/>
              </a:solidFill>
            </a:endParaRPr>
          </a:p>
        </p:txBody>
      </p:sp>
      <p:sp>
        <p:nvSpPr>
          <p:cNvPr id="9" name="Textfeld 8">
            <a:extLst>
              <a:ext uri="{FF2B5EF4-FFF2-40B4-BE49-F238E27FC236}">
                <a16:creationId xmlns:a16="http://schemas.microsoft.com/office/drawing/2014/main" id="{A3C9DA86-4A43-765D-0FCC-96D9B7ADAD62}"/>
              </a:ext>
            </a:extLst>
          </p:cNvPr>
          <p:cNvSpPr txBox="1"/>
          <p:nvPr/>
        </p:nvSpPr>
        <p:spPr>
          <a:xfrm>
            <a:off x="5207000" y="1016000"/>
            <a:ext cx="3746500" cy="1905000"/>
          </a:xfrm>
          <a:prstGeom prst="rect">
            <a:avLst/>
          </a:prstGeom>
        </p:spPr>
        <p:txBody>
          <a:bodyPr vert="horz" wrap="square" lIns="0" tIns="45720" rIns="91440" bIns="45720" rtlCol="0" anchor="t">
            <a:normAutofit/>
          </a:bodyPr>
          <a:lstStyle/>
          <a:p>
            <a:pPr marL="177800" indent="-177800" algn="l">
              <a:spcAft>
                <a:spcPts val="400"/>
              </a:spcAft>
              <a:buFont typeface="+mj-lt"/>
              <a:buChar char="•"/>
            </a:pPr>
            <a:r>
              <a:rPr lang="en-US" sz="1300">
                <a:solidFill>
                  <a:srgbClr val="262626"/>
                </a:solidFill>
              </a:rPr>
              <a:t>Align estimate to ground truth (Umeyama)</a:t>
            </a:r>
          </a:p>
          <a:p>
            <a:pPr marL="177800" indent="-177800" algn="l">
              <a:spcAft>
                <a:spcPts val="400"/>
              </a:spcAft>
              <a:buFont typeface="+mj-lt"/>
              <a:buChar char="•"/>
            </a:pPr>
            <a:r>
              <a:rPr lang="en-US" sz="1300">
                <a:solidFill>
                  <a:srgbClr val="262626"/>
                </a:solidFill>
              </a:rPr>
              <a:t>Position error at every time step</a:t>
            </a:r>
          </a:p>
          <a:p>
            <a:pPr marL="177800" indent="-177800" algn="l">
              <a:spcAft>
                <a:spcPts val="400"/>
              </a:spcAft>
              <a:buFont typeface="+mj-lt"/>
              <a:buChar char="•"/>
            </a:pPr>
            <a:r>
              <a:rPr lang="en-US" sz="1300">
                <a:solidFill>
                  <a:srgbClr val="262626"/>
                </a:solidFill>
              </a:rPr>
              <a:t>Report the RMSE in metres; lower is better</a:t>
            </a:r>
          </a:p>
          <a:p>
            <a:pPr marL="177800" indent="-177800" algn="l">
              <a:spcAft>
                <a:spcPts val="400"/>
              </a:spcAft>
              <a:buFont typeface="+mj-lt"/>
              <a:buChar char="•"/>
            </a:pPr>
            <a:r>
              <a:rPr lang="en-US" sz="1300">
                <a:solidFill>
                  <a:srgbClr val="262626"/>
                </a:solidFill>
              </a:rPr>
              <a:t>Weakness: one early error shifts everything after it</a:t>
            </a:r>
            <a:endParaRPr lang="de-DE" sz="1300" dirty="0">
              <a:solidFill>
                <a:srgbClr val="262626"/>
              </a:solidFill>
            </a:endParaRPr>
          </a:p>
        </p:txBody>
      </p:sp>
      <p:pic>
        <p:nvPicPr>
          <p:cNvPr id="11" name="Grafik 10" descr="ATE RMSE formula">
            <a:extLst>
              <a:ext uri="{FF2B5EF4-FFF2-40B4-BE49-F238E27FC236}">
                <a16:creationId xmlns:a16="http://schemas.microsoft.com/office/drawing/2014/main" id="{2391503D-5248-C015-569B-E151F6C24628}"/>
              </a:ext>
            </a:extLst>
          </p:cNvPr>
          <p:cNvPicPr>
            <a:picLocks noChangeAspect="1"/>
          </p:cNvPicPr>
          <p:nvPr/>
        </p:nvPicPr>
        <p:blipFill>
          <a:blip r:embed="rId4" cstate="print">
            <a:extLst>
              <a:ext uri="{28A0092B-C50C-407E-A947-70E740481C1C}">
                <a14:useLocalDpi xmlns:a14="http://schemas.microsoft.com/office/drawing/2010/main" val="0"/>
              </a:ext>
            </a:extLst>
          </a:blip>
          <a:stretch>
            <a:fillRect/>
          </a:stretch>
        </p:blipFill>
        <p:spPr>
          <a:xfrm>
            <a:off x="5685277" y="3048000"/>
            <a:ext cx="2789947" cy="635000"/>
          </a:xfrm>
          <a:prstGeom prst="rect">
            <a:avLst/>
          </a:prstGeom>
        </p:spPr>
      </p:pic>
      <p:sp>
        <p:nvSpPr>
          <p:cNvPr id="12" name="Textfeld 11">
            <a:extLst>
              <a:ext uri="{FF2B5EF4-FFF2-40B4-BE49-F238E27FC236}">
                <a16:creationId xmlns:a16="http://schemas.microsoft.com/office/drawing/2014/main" id="{EEB8720D-F986-9688-45BD-D2DBA9A81DD9}"/>
              </a:ext>
            </a:extLst>
          </p:cNvPr>
          <p:cNvSpPr txBox="1"/>
          <p:nvPr/>
        </p:nvSpPr>
        <p:spPr>
          <a:xfrm>
            <a:off x="5207000" y="3810000"/>
            <a:ext cx="3746500" cy="177800"/>
          </a:xfrm>
          <a:prstGeom prst="rect">
            <a:avLst/>
          </a:prstGeom>
        </p:spPr>
        <p:txBody>
          <a:bodyPr vert="horz" wrap="square" lIns="0" tIns="45720" rIns="0" bIns="45720" rtlCol="0" anchor="t">
            <a:noAutofit/>
          </a:bodyPr>
          <a:lstStyle/>
          <a:p>
            <a:pPr algn="l"/>
            <a:r>
              <a:rPr lang="en-US" sz="900" i="1">
                <a:solidFill>
                  <a:srgbClr val="595959"/>
                </a:solidFill>
              </a:rPr>
              <a:t>Sturm et al., IROS 2012; computed with evo (Grupp 2017)</a:t>
            </a:r>
            <a:endParaRPr lang="de-DE" sz="900" i="1" dirty="0">
              <a:solidFill>
                <a:srgbClr val="595959"/>
              </a:solidFill>
            </a:endParaRPr>
          </a:p>
        </p:txBody>
      </p:sp>
    </p:spTree>
    <p:extLst>
      <p:ext uri="{BB962C8B-B14F-4D97-AF65-F5344CB8AC3E}">
        <p14:creationId xmlns:p14="http://schemas.microsoft.com/office/powerpoint/2010/main" val="2709251909"/>
      </p:ext>
    </p:extLst>
  </p:cSld>
  <p:clrMapOvr>
    <a:masterClrMapping/>
  </p:clrMapOvr>
</p:sld>
</file>

<file path=ppt/slides/slide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el 1">
            <a:extLst>
              <a:ext uri="{FF2B5EF4-FFF2-40B4-BE49-F238E27FC236}">
                <a16:creationId xmlns:a16="http://schemas.microsoft.com/office/drawing/2014/main" id="{D03B0698-3ECD-7814-3CEE-FCC90D38F61E}"/>
              </a:ext>
            </a:extLst>
          </p:cNvPr>
          <p:cNvSpPr>
            <a:spLocks noGrp="1"/>
          </p:cNvSpPr>
          <p:nvPr>
            <p:ph type="title"/>
          </p:nvPr>
        </p:nvSpPr>
        <p:spPr/>
        <p:txBody>
          <a:bodyPr/>
          <a:lstStyle/>
          <a:p>
            <a:r>
              <a:rPr lang="de-DE"/>
              <a:t>Metric 2: Relative Pose Error (RPE)</a:t>
            </a:r>
          </a:p>
        </p:txBody>
      </p:sp>
      <p:sp>
        <p:nvSpPr>
          <p:cNvPr id="4" name="Fußzeilenplatzhalter 3">
            <a:extLst>
              <a:ext uri="{FF2B5EF4-FFF2-40B4-BE49-F238E27FC236}">
                <a16:creationId xmlns:a16="http://schemas.microsoft.com/office/drawing/2014/main" id="{9E04698D-FE17-C53E-228E-E605CAAF5B26}"/>
              </a:ext>
            </a:extLst>
          </p:cNvPr>
          <p:cNvSpPr>
            <a:spLocks noGrp="1"/>
          </p:cNvSpPr>
          <p:nvPr>
            <p:ph type="ftr" sz="quarter" idx="12"/>
          </p:nvPr>
        </p:nvSpPr>
        <p:spPr/>
        <p:txBody>
          <a:bodyPr/>
          <a:lstStyle/>
          <a:p>
            <a:r>
              <a:rPr lang="en-US"/>
              <a:t>SLAM Comparison | Bitsch, Stix, Ovdiienko, Zhou | WS 2026/27</a:t>
            </a:r>
            <a:endParaRPr lang="en-GB" dirty="0"/>
          </a:p>
        </p:txBody>
      </p:sp>
      <p:sp>
        <p:nvSpPr>
          <p:cNvPr id="5" name="Foliennummernplatzhalter 4">
            <a:extLst>
              <a:ext uri="{FF2B5EF4-FFF2-40B4-BE49-F238E27FC236}">
                <a16:creationId xmlns:a16="http://schemas.microsoft.com/office/drawing/2014/main" id="{B0EBD0E1-EB6E-C6CE-4FA7-14F5A2BDD466}"/>
              </a:ext>
            </a:extLst>
          </p:cNvPr>
          <p:cNvSpPr>
            <a:spLocks noGrp="1"/>
          </p:cNvSpPr>
          <p:nvPr>
            <p:ph type="sldNum" sz="quarter" idx="13"/>
          </p:nvPr>
        </p:nvSpPr>
        <p:spPr/>
        <p:txBody>
          <a:bodyPr/>
          <a:lstStyle/>
          <a:p>
            <a:fld id="{9C057DB4-583E-41A7-BD94-987342018C17}" type="slidenum">
              <a:rPr lang="en-GB" smtClean="0"/>
              <a:pPr/>
              <a:t>9</a:t>
            </a:fld>
            <a:endParaRPr lang="en-GB" dirty="0"/>
          </a:p>
        </p:txBody>
      </p:sp>
      <p:pic>
        <p:nvPicPr>
          <p:cNvPr id="7" name="Grafik 6" descr="Estimate drifting away from ground truth while relative motions stay similar">
            <a:extLst>
              <a:ext uri="{FF2B5EF4-FFF2-40B4-BE49-F238E27FC236}">
                <a16:creationId xmlns:a16="http://schemas.microsoft.com/office/drawing/2014/main" id="{E95E1051-2EC1-EBA8-3AC0-5F355D3BE8CC}"/>
              </a:ext>
            </a:extLst>
          </p:cNvPr>
          <p:cNvPicPr>
            <a:picLocks noChangeAspect="1"/>
          </p:cNvPicPr>
          <p:nvPr/>
        </p:nvPicPr>
        <p:blipFill>
          <a:blip r:embed="rId3">
            <a:extLst>
              <a:ext uri="{28A0092B-C50C-407E-A947-70E740481C1C}">
                <a14:useLocalDpi xmlns:a14="http://schemas.microsoft.com/office/drawing/2010/main" val="0"/>
              </a:ext>
            </a:extLst>
          </a:blip>
          <a:stretch>
            <a:fillRect/>
          </a:stretch>
        </p:blipFill>
        <p:spPr>
          <a:xfrm>
            <a:off x="316178" y="660400"/>
            <a:ext cx="8498945" cy="2222500"/>
          </a:xfrm>
          <a:prstGeom prst="rect">
            <a:avLst/>
          </a:prstGeom>
        </p:spPr>
      </p:pic>
      <p:sp>
        <p:nvSpPr>
          <p:cNvPr id="8" name="Textfeld 7">
            <a:extLst>
              <a:ext uri="{FF2B5EF4-FFF2-40B4-BE49-F238E27FC236}">
                <a16:creationId xmlns:a16="http://schemas.microsoft.com/office/drawing/2014/main" id="{0C1E22FF-0D8F-EFC5-8FD0-0004C869006D}"/>
              </a:ext>
            </a:extLst>
          </p:cNvPr>
          <p:cNvSpPr txBox="1"/>
          <p:nvPr/>
        </p:nvSpPr>
        <p:spPr>
          <a:xfrm>
            <a:off x="177800" y="3022600"/>
            <a:ext cx="4318000" cy="1397000"/>
          </a:xfrm>
          <a:prstGeom prst="rect">
            <a:avLst/>
          </a:prstGeom>
        </p:spPr>
        <p:txBody>
          <a:bodyPr vert="horz" wrap="square" lIns="0" tIns="45720" rIns="91440" bIns="45720" rtlCol="0" anchor="t">
            <a:normAutofit/>
          </a:bodyPr>
          <a:lstStyle/>
          <a:p>
            <a:pPr marL="177800" indent="-177800" algn="l">
              <a:spcAft>
                <a:spcPts val="400"/>
              </a:spcAft>
              <a:buFont typeface="+mj-lt"/>
              <a:buChar char="•"/>
            </a:pPr>
            <a:r>
              <a:rPr lang="en-US" sz="1300">
                <a:solidFill>
                  <a:srgbClr val="262626"/>
                </a:solidFill>
              </a:rPr>
              <a:t>Compares relative motion over a fixed distance (1 m)</a:t>
            </a:r>
          </a:p>
          <a:p>
            <a:pPr marL="177800" indent="-177800" algn="l">
              <a:spcAft>
                <a:spcPts val="400"/>
              </a:spcAft>
              <a:buFont typeface="+mj-lt"/>
              <a:buChar char="•"/>
            </a:pPr>
            <a:r>
              <a:rPr lang="en-US" sz="1300">
                <a:solidFill>
                  <a:srgbClr val="262626"/>
                </a:solidFill>
              </a:rPr>
              <a:t>Measures local drift: translation [m] and rotation [deg]</a:t>
            </a:r>
          </a:p>
          <a:p>
            <a:pPr marL="177800" indent="-177800" algn="l">
              <a:spcAft>
                <a:spcPts val="400"/>
              </a:spcAft>
              <a:buFont typeface="+mj-lt"/>
              <a:buChar char="•"/>
            </a:pPr>
            <a:r>
              <a:rPr lang="en-US" sz="1300">
                <a:solidFill>
                  <a:srgbClr val="262626"/>
                </a:solidFill>
              </a:rPr>
              <a:t>Independent of where the error happened</a:t>
            </a:r>
            <a:endParaRPr lang="de-DE" sz="1300" dirty="0">
              <a:solidFill>
                <a:srgbClr val="262626"/>
              </a:solidFill>
            </a:endParaRPr>
          </a:p>
        </p:txBody>
      </p:sp>
      <p:sp>
        <p:nvSpPr>
          <p:cNvPr id="9" name="Rechteck: abgerundete Ecken 8">
            <a:extLst>
              <a:ext uri="{FF2B5EF4-FFF2-40B4-BE49-F238E27FC236}">
                <a16:creationId xmlns:a16="http://schemas.microsoft.com/office/drawing/2014/main" id="{05E09DA2-6FC9-5CD1-9F10-D5FEF2A2957D}"/>
              </a:ext>
            </a:extLst>
          </p:cNvPr>
          <p:cNvSpPr/>
          <p:nvPr/>
        </p:nvSpPr>
        <p:spPr>
          <a:xfrm>
            <a:off x="4648200" y="3022600"/>
            <a:ext cx="4318000" cy="1270000"/>
          </a:xfrm>
          <a:prstGeom prst="roundRect">
            <a:avLst>
              <a:gd name="adj" fmla="val 6000"/>
            </a:avLst>
          </a:prstGeom>
          <a:solidFill>
            <a:srgbClr val="E6EFF7"/>
          </a:solidFill>
          <a:ln w="12700" cap="flat" cmpd="sng" algn="ctr">
            <a:noFill/>
            <a:prstDash val="solid"/>
            <a:miter lim="800000"/>
          </a:ln>
          <a:effectLst/>
          <a:extLst>
            <a:ext uri="{91240B29-F687-4F45-9708-019B960494DF}">
              <a14:hiddenLine xmlns:a14="http://schemas.microsoft.com/office/drawing/2010/main" w="12700" cap="flat" cmpd="sng" algn="ctr">
                <a:solidFill>
                  <a:schemeClr val="accent1">
                    <a:shade val="15000"/>
                  </a:schemeClr>
                </a:solidFill>
                <a:prstDash val="solid"/>
                <a:miter lim="800000"/>
              </a14:hiddenLine>
            </a:ext>
          </a:extLst>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de-DE"/>
          </a:p>
        </p:txBody>
      </p:sp>
      <p:sp>
        <p:nvSpPr>
          <p:cNvPr id="10" name="Textfeld 9">
            <a:extLst>
              <a:ext uri="{FF2B5EF4-FFF2-40B4-BE49-F238E27FC236}">
                <a16:creationId xmlns:a16="http://schemas.microsoft.com/office/drawing/2014/main" id="{4F28C02B-D6F0-65FA-B51C-D5EEED30A298}"/>
              </a:ext>
            </a:extLst>
          </p:cNvPr>
          <p:cNvSpPr txBox="1"/>
          <p:nvPr/>
        </p:nvSpPr>
        <p:spPr>
          <a:xfrm>
            <a:off x="4800600" y="3124200"/>
            <a:ext cx="4013200" cy="1092200"/>
          </a:xfrm>
          <a:prstGeom prst="rect">
            <a:avLst/>
          </a:prstGeom>
        </p:spPr>
        <p:txBody>
          <a:bodyPr vert="horz" wrap="square" lIns="0" tIns="45720" rIns="0" bIns="45720" rtlCol="0" anchor="t">
            <a:normAutofit/>
          </a:bodyPr>
          <a:lstStyle/>
          <a:p>
            <a:pPr algn="l"/>
            <a:r>
              <a:rPr lang="en-US" sz="1400">
                <a:solidFill>
                  <a:srgbClr val="262626"/>
                </a:solidFill>
              </a:rPr>
              <a:t>ATE = how far off overall?</a:t>
            </a:r>
          </a:p>
          <a:p>
            <a:pPr algn="l"/>
            <a:r>
              <a:rPr lang="en-US" sz="1400">
                <a:solidFill>
                  <a:srgbClr val="262626"/>
                </a:solidFill>
              </a:rPr>
              <a:t>RPE = how much drift per metre?</a:t>
            </a:r>
          </a:p>
          <a:p>
            <a:pPr algn="l"/>
            <a:r>
              <a:rPr lang="en-US" sz="1400">
                <a:solidFill>
                  <a:srgbClr val="262626"/>
                </a:solidFill>
              </a:rPr>
              <a:t>We report both (Sturm 2012; Kümmerle 2009).</a:t>
            </a:r>
            <a:endParaRPr lang="de-DE" sz="1400" dirty="0">
              <a:solidFill>
                <a:srgbClr val="262626"/>
              </a:solidFill>
            </a:endParaRPr>
          </a:p>
        </p:txBody>
      </p:sp>
    </p:spTree>
    <p:extLst>
      <p:ext uri="{BB962C8B-B14F-4D97-AF65-F5344CB8AC3E}">
        <p14:creationId xmlns:p14="http://schemas.microsoft.com/office/powerpoint/2010/main" val="2026211787"/>
      </p:ext>
    </p:extLst>
  </p:cSld>
  <p:clrMapOvr>
    <a:masterClrMapping/>
  </p:clrMapOvr>
</p:sld>
</file>

<file path=ppt/slides/slide10.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el 1">
            <a:extLst>
              <a:ext uri="{FF2B5EF4-FFF2-40B4-BE49-F238E27FC236}">
                <a16:creationId xmlns:a16="http://schemas.microsoft.com/office/drawing/2014/main" id="{24813610-4D48-7207-BBDD-B0BAAAE35486}"/>
              </a:ext>
            </a:extLst>
          </p:cNvPr>
          <p:cNvSpPr>
            <a:spLocks noGrp="1"/>
          </p:cNvSpPr>
          <p:nvPr>
            <p:ph type="title"/>
          </p:nvPr>
        </p:nvSpPr>
        <p:spPr/>
        <p:txBody>
          <a:bodyPr/>
          <a:lstStyle/>
          <a:p>
            <a:r>
              <a:rPr lang="de-DE"/>
              <a:t>Alignment and robustness</a:t>
            </a:r>
          </a:p>
        </p:txBody>
      </p:sp>
      <p:sp>
        <p:nvSpPr>
          <p:cNvPr id="4" name="Fußzeilenplatzhalter 3">
            <a:extLst>
              <a:ext uri="{FF2B5EF4-FFF2-40B4-BE49-F238E27FC236}">
                <a16:creationId xmlns:a16="http://schemas.microsoft.com/office/drawing/2014/main" id="{13460470-E817-8F76-59F7-2FD8E5D602D9}"/>
              </a:ext>
            </a:extLst>
          </p:cNvPr>
          <p:cNvSpPr>
            <a:spLocks noGrp="1"/>
          </p:cNvSpPr>
          <p:nvPr>
            <p:ph type="ftr" sz="quarter" idx="12"/>
          </p:nvPr>
        </p:nvSpPr>
        <p:spPr/>
        <p:txBody>
          <a:bodyPr/>
          <a:lstStyle/>
          <a:p>
            <a:r>
              <a:rPr lang="en-US"/>
              <a:t>SLAM Comparison | Bitsch, Stix, Ovdiienko, Zhou | WS 2026/27</a:t>
            </a:r>
            <a:endParaRPr lang="en-GB" dirty="0"/>
          </a:p>
        </p:txBody>
      </p:sp>
      <p:sp>
        <p:nvSpPr>
          <p:cNvPr id="5" name="Foliennummernplatzhalter 4">
            <a:extLst>
              <a:ext uri="{FF2B5EF4-FFF2-40B4-BE49-F238E27FC236}">
                <a16:creationId xmlns:a16="http://schemas.microsoft.com/office/drawing/2014/main" id="{E839DF09-C2A3-AB2B-14D1-CA484F868A10}"/>
              </a:ext>
            </a:extLst>
          </p:cNvPr>
          <p:cNvSpPr>
            <a:spLocks noGrp="1"/>
          </p:cNvSpPr>
          <p:nvPr>
            <p:ph type="sldNum" sz="quarter" idx="13"/>
          </p:nvPr>
        </p:nvSpPr>
        <p:spPr/>
        <p:txBody>
          <a:bodyPr/>
          <a:lstStyle/>
          <a:p>
            <a:fld id="{9C057DB4-583E-41A7-BD94-987342018C17}" type="slidenum">
              <a:rPr lang="en-GB" smtClean="0"/>
              <a:pPr/>
              <a:t>10</a:t>
            </a:fld>
            <a:endParaRPr lang="en-GB" dirty="0"/>
          </a:p>
        </p:txBody>
      </p:sp>
      <p:pic>
        <p:nvPicPr>
          <p:cNvPr id="7" name="Grafik 6" descr="Raw estimate, SE(3) aligned estimate and Sim(3) aligned estimate">
            <a:extLst>
              <a:ext uri="{FF2B5EF4-FFF2-40B4-BE49-F238E27FC236}">
                <a16:creationId xmlns:a16="http://schemas.microsoft.com/office/drawing/2014/main" id="{09B19CDC-2572-8FB6-A0BD-B904F1B8CDBF}"/>
              </a:ext>
            </a:extLst>
          </p:cNvPr>
          <p:cNvPicPr>
            <a:picLocks noChangeAspect="1"/>
          </p:cNvPicPr>
          <p:nvPr/>
        </p:nvPicPr>
        <p:blipFill>
          <a:blip r:embed="rId3">
            <a:extLst>
              <a:ext uri="{28A0092B-C50C-407E-A947-70E740481C1C}">
                <a14:useLocalDpi xmlns:a14="http://schemas.microsoft.com/office/drawing/2010/main" val="0"/>
              </a:ext>
            </a:extLst>
          </a:blip>
          <a:stretch>
            <a:fillRect/>
          </a:stretch>
        </p:blipFill>
        <p:spPr>
          <a:xfrm>
            <a:off x="177800" y="681362"/>
            <a:ext cx="8775700" cy="2574275"/>
          </a:xfrm>
          <a:prstGeom prst="rect">
            <a:avLst/>
          </a:prstGeom>
        </p:spPr>
      </p:pic>
      <p:sp>
        <p:nvSpPr>
          <p:cNvPr id="8" name="Textfeld 7">
            <a:extLst>
              <a:ext uri="{FF2B5EF4-FFF2-40B4-BE49-F238E27FC236}">
                <a16:creationId xmlns:a16="http://schemas.microsoft.com/office/drawing/2014/main" id="{F69BF8A4-6831-701C-45F3-1D412A03B578}"/>
              </a:ext>
            </a:extLst>
          </p:cNvPr>
          <p:cNvSpPr txBox="1"/>
          <p:nvPr/>
        </p:nvSpPr>
        <p:spPr>
          <a:xfrm>
            <a:off x="177800" y="3403600"/>
            <a:ext cx="4318000" cy="279400"/>
          </a:xfrm>
          <a:prstGeom prst="rect">
            <a:avLst/>
          </a:prstGeom>
        </p:spPr>
        <p:txBody>
          <a:bodyPr vert="horz" wrap="square" lIns="0" tIns="45720" rIns="0" bIns="45720" rtlCol="0" anchor="t">
            <a:noAutofit/>
          </a:bodyPr>
          <a:lstStyle/>
          <a:p>
            <a:pPr algn="l"/>
            <a:r>
              <a:rPr lang="en-US" sz="1600" b="1">
                <a:solidFill>
                  <a:srgbClr val="0063A6"/>
                </a:solidFill>
              </a:rPr>
              <a:t>Alignment (Zhang and Scaramuzza 2018)</a:t>
            </a:r>
            <a:endParaRPr lang="de-DE" sz="1600" b="1" dirty="0">
              <a:solidFill>
                <a:srgbClr val="0063A6"/>
              </a:solidFill>
            </a:endParaRPr>
          </a:p>
        </p:txBody>
      </p:sp>
      <p:sp>
        <p:nvSpPr>
          <p:cNvPr id="9" name="Textfeld 8">
            <a:extLst>
              <a:ext uri="{FF2B5EF4-FFF2-40B4-BE49-F238E27FC236}">
                <a16:creationId xmlns:a16="http://schemas.microsoft.com/office/drawing/2014/main" id="{2CDCB051-0624-8E25-F56F-60E9050E9129}"/>
              </a:ext>
            </a:extLst>
          </p:cNvPr>
          <p:cNvSpPr txBox="1"/>
          <p:nvPr/>
        </p:nvSpPr>
        <p:spPr>
          <a:xfrm>
            <a:off x="177800" y="3708400"/>
            <a:ext cx="4318000" cy="762000"/>
          </a:xfrm>
          <a:prstGeom prst="rect">
            <a:avLst/>
          </a:prstGeom>
        </p:spPr>
        <p:txBody>
          <a:bodyPr vert="horz" wrap="square" lIns="0" tIns="45720" rIns="91440" bIns="45720" rtlCol="0" anchor="t">
            <a:normAutofit/>
          </a:bodyPr>
          <a:lstStyle/>
          <a:p>
            <a:pPr marL="177800" indent="-177800" algn="l">
              <a:spcAft>
                <a:spcPts val="400"/>
              </a:spcAft>
              <a:buFont typeface="+mj-lt"/>
              <a:buChar char="•"/>
            </a:pPr>
            <a:r>
              <a:rPr lang="pt-BR" sz="1300">
                <a:solidFill>
                  <a:srgbClr val="262626"/>
                </a:solidFill>
              </a:rPr>
              <a:t>Metric sensors (LiDAR, RGB-D): SE(3)</a:t>
            </a:r>
          </a:p>
          <a:p>
            <a:pPr marL="177800" indent="-177800" algn="l">
              <a:spcAft>
                <a:spcPts val="400"/>
              </a:spcAft>
              <a:buFont typeface="+mj-lt"/>
              <a:buChar char="•"/>
            </a:pPr>
            <a:r>
              <a:rPr lang="pt-BR" sz="1300">
                <a:solidFill>
                  <a:srgbClr val="262626"/>
                </a:solidFill>
              </a:rPr>
              <a:t>Monocular camera: Sim(3), scale factor reported</a:t>
            </a:r>
            <a:endParaRPr lang="de-DE" sz="1300" dirty="0">
              <a:solidFill>
                <a:srgbClr val="262626"/>
              </a:solidFill>
            </a:endParaRPr>
          </a:p>
        </p:txBody>
      </p:sp>
      <p:sp>
        <p:nvSpPr>
          <p:cNvPr id="10" name="Textfeld 9">
            <a:extLst>
              <a:ext uri="{FF2B5EF4-FFF2-40B4-BE49-F238E27FC236}">
                <a16:creationId xmlns:a16="http://schemas.microsoft.com/office/drawing/2014/main" id="{695131C4-D6BC-9326-232A-AE04B2D1D992}"/>
              </a:ext>
            </a:extLst>
          </p:cNvPr>
          <p:cNvSpPr txBox="1"/>
          <p:nvPr/>
        </p:nvSpPr>
        <p:spPr>
          <a:xfrm>
            <a:off x="4648200" y="3403600"/>
            <a:ext cx="4318000" cy="279400"/>
          </a:xfrm>
          <a:prstGeom prst="rect">
            <a:avLst/>
          </a:prstGeom>
        </p:spPr>
        <p:txBody>
          <a:bodyPr vert="horz" wrap="square" lIns="0" tIns="45720" rIns="0" bIns="45720" rtlCol="0" anchor="t">
            <a:noAutofit/>
          </a:bodyPr>
          <a:lstStyle/>
          <a:p>
            <a:pPr algn="l"/>
            <a:r>
              <a:rPr lang="de-DE" sz="1600" b="1">
                <a:solidFill>
                  <a:srgbClr val="0063A6"/>
                </a:solidFill>
              </a:rPr>
              <a:t>Robustness (as in ORB-SLAM3)</a:t>
            </a:r>
            <a:endParaRPr lang="de-DE" sz="1600" b="1" dirty="0">
              <a:solidFill>
                <a:srgbClr val="0063A6"/>
              </a:solidFill>
            </a:endParaRPr>
          </a:p>
        </p:txBody>
      </p:sp>
      <p:sp>
        <p:nvSpPr>
          <p:cNvPr id="11" name="Textfeld 10">
            <a:extLst>
              <a:ext uri="{FF2B5EF4-FFF2-40B4-BE49-F238E27FC236}">
                <a16:creationId xmlns:a16="http://schemas.microsoft.com/office/drawing/2014/main" id="{C5878694-6337-12C0-63E4-2231BA2ADD3A}"/>
              </a:ext>
            </a:extLst>
          </p:cNvPr>
          <p:cNvSpPr txBox="1"/>
          <p:nvPr/>
        </p:nvSpPr>
        <p:spPr>
          <a:xfrm>
            <a:off x="4648200" y="3708400"/>
            <a:ext cx="4318000" cy="762000"/>
          </a:xfrm>
          <a:prstGeom prst="rect">
            <a:avLst/>
          </a:prstGeom>
        </p:spPr>
        <p:txBody>
          <a:bodyPr vert="horz" wrap="square" lIns="0" tIns="45720" rIns="91440" bIns="45720" rtlCol="0" anchor="t">
            <a:normAutofit/>
          </a:bodyPr>
          <a:lstStyle/>
          <a:p>
            <a:pPr marL="177800" indent="-177800" algn="l">
              <a:spcAft>
                <a:spcPts val="400"/>
              </a:spcAft>
              <a:buFont typeface="+mj-lt"/>
              <a:buChar char="•"/>
            </a:pPr>
            <a:r>
              <a:rPr lang="en-US" sz="1300">
                <a:solidFill>
                  <a:srgbClr val="262626"/>
                </a:solidFill>
              </a:rPr>
              <a:t>Success rate k of N runs, failures never dropped</a:t>
            </a:r>
          </a:p>
          <a:p>
            <a:pPr marL="177800" indent="-177800" algn="l">
              <a:spcAft>
                <a:spcPts val="400"/>
              </a:spcAft>
              <a:buFont typeface="+mj-lt"/>
              <a:buChar char="•"/>
            </a:pPr>
            <a:r>
              <a:rPr lang="en-US" sz="1300">
                <a:solidFill>
                  <a:srgbClr val="262626"/>
                </a:solidFill>
              </a:rPr>
              <a:t>Fraction of the trajectory that was tracked</a:t>
            </a:r>
            <a:endParaRPr lang="de-DE" sz="1300" dirty="0">
              <a:solidFill>
                <a:srgbClr val="262626"/>
              </a:solidFill>
            </a:endParaRPr>
          </a:p>
        </p:txBody>
      </p:sp>
    </p:spTree>
    <p:extLst>
      <p:ext uri="{BB962C8B-B14F-4D97-AF65-F5344CB8AC3E}">
        <p14:creationId xmlns:p14="http://schemas.microsoft.com/office/powerpoint/2010/main" val="1105580483"/>
      </p:ext>
    </p:extLst>
  </p:cSld>
  <p:clrMapOvr>
    <a:masterClrMapping/>
  </p:clrMapOvr>
</p:sld>
</file>

<file path=ppt/slides/slide1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el 1">
            <a:extLst>
              <a:ext uri="{FF2B5EF4-FFF2-40B4-BE49-F238E27FC236}">
                <a16:creationId xmlns:a16="http://schemas.microsoft.com/office/drawing/2014/main" id="{AE8233E1-CA18-FE00-5699-909EAAF9AB71}"/>
              </a:ext>
            </a:extLst>
          </p:cNvPr>
          <p:cNvSpPr>
            <a:spLocks noGrp="1"/>
          </p:cNvSpPr>
          <p:nvPr>
            <p:ph type="title"/>
          </p:nvPr>
        </p:nvSpPr>
        <p:spPr/>
        <p:txBody>
          <a:bodyPr/>
          <a:lstStyle/>
          <a:p>
            <a:r>
              <a:rPr lang="en-US"/>
              <a:t>What the evaluation looks like</a:t>
            </a:r>
            <a:endParaRPr lang="de-DE"/>
          </a:p>
        </p:txBody>
      </p:sp>
      <p:sp>
        <p:nvSpPr>
          <p:cNvPr id="4" name="Fußzeilenplatzhalter 3">
            <a:extLst>
              <a:ext uri="{FF2B5EF4-FFF2-40B4-BE49-F238E27FC236}">
                <a16:creationId xmlns:a16="http://schemas.microsoft.com/office/drawing/2014/main" id="{0CC7FAF9-F1EC-BE78-D28F-01776ADF2D50}"/>
              </a:ext>
            </a:extLst>
          </p:cNvPr>
          <p:cNvSpPr>
            <a:spLocks noGrp="1"/>
          </p:cNvSpPr>
          <p:nvPr>
            <p:ph type="ftr" sz="quarter" idx="12"/>
          </p:nvPr>
        </p:nvSpPr>
        <p:spPr/>
        <p:txBody>
          <a:bodyPr/>
          <a:lstStyle/>
          <a:p>
            <a:r>
              <a:rPr lang="en-US"/>
              <a:t>SLAM Comparison | Bitsch, Stix, Ovdiienko, Zhou | WS 2026/27</a:t>
            </a:r>
            <a:endParaRPr lang="en-GB" dirty="0"/>
          </a:p>
        </p:txBody>
      </p:sp>
      <p:sp>
        <p:nvSpPr>
          <p:cNvPr id="5" name="Foliennummernplatzhalter 4">
            <a:extLst>
              <a:ext uri="{FF2B5EF4-FFF2-40B4-BE49-F238E27FC236}">
                <a16:creationId xmlns:a16="http://schemas.microsoft.com/office/drawing/2014/main" id="{32BB5FF3-9B9B-4FD6-0084-E3CECE3DD642}"/>
              </a:ext>
            </a:extLst>
          </p:cNvPr>
          <p:cNvSpPr>
            <a:spLocks noGrp="1"/>
          </p:cNvSpPr>
          <p:nvPr>
            <p:ph type="sldNum" sz="quarter" idx="13"/>
          </p:nvPr>
        </p:nvSpPr>
        <p:spPr/>
        <p:txBody>
          <a:bodyPr/>
          <a:lstStyle/>
          <a:p>
            <a:fld id="{9C057DB4-583E-41A7-BD94-987342018C17}" type="slidenum">
              <a:rPr lang="en-GB" smtClean="0"/>
              <a:pPr/>
              <a:t>11</a:t>
            </a:fld>
            <a:endParaRPr lang="en-GB" dirty="0"/>
          </a:p>
        </p:txBody>
      </p:sp>
      <p:pic>
        <p:nvPicPr>
          <p:cNvPr id="7" name="Grafik 6" descr="Example: absolute error colour-coded along a trajectory">
            <a:extLst>
              <a:ext uri="{FF2B5EF4-FFF2-40B4-BE49-F238E27FC236}">
                <a16:creationId xmlns:a16="http://schemas.microsoft.com/office/drawing/2014/main" id="{989001EC-A212-981E-C1C8-D424331F48F6}"/>
              </a:ext>
            </a:extLst>
          </p:cNvPr>
          <p:cNvPicPr>
            <a:picLocks noChangeAspect="1"/>
          </p:cNvPicPr>
          <p:nvPr/>
        </p:nvPicPr>
        <p:blipFill>
          <a:blip r:embed="rId3">
            <a:extLst>
              <a:ext uri="{28A0092B-C50C-407E-A947-70E740481C1C}">
                <a14:useLocalDpi xmlns:a14="http://schemas.microsoft.com/office/drawing/2010/main" val="0"/>
              </a:ext>
            </a:extLst>
          </a:blip>
          <a:stretch>
            <a:fillRect/>
          </a:stretch>
        </p:blipFill>
        <p:spPr>
          <a:xfrm>
            <a:off x="203481" y="635000"/>
            <a:ext cx="4139638" cy="3429000"/>
          </a:xfrm>
          <a:prstGeom prst="rect">
            <a:avLst/>
          </a:prstGeom>
        </p:spPr>
      </p:pic>
      <p:pic>
        <p:nvPicPr>
          <p:cNvPr id="9" name="Grafik 8" descr="Example: absolute error over time for two SLAM systems">
            <a:extLst>
              <a:ext uri="{FF2B5EF4-FFF2-40B4-BE49-F238E27FC236}">
                <a16:creationId xmlns:a16="http://schemas.microsoft.com/office/drawing/2014/main" id="{80BEA63A-5848-9F06-7680-4A3A94D38E8F}"/>
              </a:ext>
            </a:extLst>
          </p:cNvPr>
          <p:cNvPicPr>
            <a:picLocks noChangeAspect="1"/>
          </p:cNvPicPr>
          <p:nvPr/>
        </p:nvPicPr>
        <p:blipFill>
          <a:blip r:embed="rId4">
            <a:extLst>
              <a:ext uri="{28A0092B-C50C-407E-A947-70E740481C1C}">
                <a14:useLocalDpi xmlns:a14="http://schemas.microsoft.com/office/drawing/2010/main" val="0"/>
              </a:ext>
            </a:extLst>
          </a:blip>
          <a:stretch>
            <a:fillRect/>
          </a:stretch>
        </p:blipFill>
        <p:spPr>
          <a:xfrm>
            <a:off x="5156200" y="635000"/>
            <a:ext cx="3429000" cy="3429000"/>
          </a:xfrm>
          <a:prstGeom prst="rect">
            <a:avLst/>
          </a:prstGeom>
        </p:spPr>
      </p:pic>
      <p:sp>
        <p:nvSpPr>
          <p:cNvPr id="10" name="Textfeld 9">
            <a:extLst>
              <a:ext uri="{FF2B5EF4-FFF2-40B4-BE49-F238E27FC236}">
                <a16:creationId xmlns:a16="http://schemas.microsoft.com/office/drawing/2014/main" id="{C8B2EFD2-FA80-E744-35DE-D0E84F444981}"/>
              </a:ext>
            </a:extLst>
          </p:cNvPr>
          <p:cNvSpPr txBox="1"/>
          <p:nvPr/>
        </p:nvSpPr>
        <p:spPr>
          <a:xfrm>
            <a:off x="177800" y="4114800"/>
            <a:ext cx="8775700" cy="177800"/>
          </a:xfrm>
          <a:prstGeom prst="rect">
            <a:avLst/>
          </a:prstGeom>
        </p:spPr>
        <p:txBody>
          <a:bodyPr vert="horz" wrap="square" lIns="0" tIns="45720" rIns="0" bIns="45720" rtlCol="0" anchor="t">
            <a:noAutofit/>
          </a:bodyPr>
          <a:lstStyle/>
          <a:p>
            <a:pPr algn="l"/>
            <a:r>
              <a:rPr lang="de-DE" sz="900" i="1">
                <a:solidFill>
                  <a:srgbClr val="595959"/>
                </a:solidFill>
              </a:rPr>
              <a:t>Example plots from evo (Grupp 2017, github.com/MichaelGrupp/evo) on KITTI 00, unmodified. Not our results.</a:t>
            </a:r>
            <a:endParaRPr lang="de-DE" sz="900" i="1" dirty="0">
              <a:solidFill>
                <a:srgbClr val="595959"/>
              </a:solidFill>
            </a:endParaRPr>
          </a:p>
        </p:txBody>
      </p:sp>
      <p:sp>
        <p:nvSpPr>
          <p:cNvPr id="11" name="Textfeld 10">
            <a:extLst>
              <a:ext uri="{FF2B5EF4-FFF2-40B4-BE49-F238E27FC236}">
                <a16:creationId xmlns:a16="http://schemas.microsoft.com/office/drawing/2014/main" id="{E8818ED0-AA86-A742-D6A9-36731C1F7F8A}"/>
              </a:ext>
            </a:extLst>
          </p:cNvPr>
          <p:cNvSpPr txBox="1"/>
          <p:nvPr/>
        </p:nvSpPr>
        <p:spPr>
          <a:xfrm>
            <a:off x="177800" y="4318000"/>
            <a:ext cx="8775700" cy="279400"/>
          </a:xfrm>
          <a:prstGeom prst="rect">
            <a:avLst/>
          </a:prstGeom>
        </p:spPr>
        <p:txBody>
          <a:bodyPr vert="horz" wrap="square" lIns="0" tIns="45720" rIns="0" bIns="45720" rtlCol="0" anchor="t">
            <a:noAutofit/>
          </a:bodyPr>
          <a:lstStyle/>
          <a:p>
            <a:pPr algn="l"/>
            <a:r>
              <a:rPr lang="en-US" sz="1300" b="1">
                <a:solidFill>
                  <a:srgbClr val="262626"/>
                </a:solidFill>
              </a:rPr>
              <a:t>Our figures: trajectory overlay of all systems, box plots over N runs, results table.</a:t>
            </a:r>
            <a:endParaRPr lang="de-DE" sz="1300" b="1" dirty="0">
              <a:solidFill>
                <a:srgbClr val="262626"/>
              </a:solidFill>
            </a:endParaRPr>
          </a:p>
        </p:txBody>
      </p:sp>
    </p:spTree>
    <p:extLst>
      <p:ext uri="{BB962C8B-B14F-4D97-AF65-F5344CB8AC3E}">
        <p14:creationId xmlns:p14="http://schemas.microsoft.com/office/powerpoint/2010/main" val="2903701705"/>
      </p:ext>
    </p:extLst>
  </p:cSld>
  <p:clrMapOvr>
    <a:masterClrMapping/>
  </p:clrMapOvr>
</p:sld>
</file>

<file path=ppt/slides/slide1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el 1">
            <a:extLst>
              <a:ext uri="{FF2B5EF4-FFF2-40B4-BE49-F238E27FC236}">
                <a16:creationId xmlns:a16="http://schemas.microsoft.com/office/drawing/2014/main" id="{F3FF5E83-3C76-F00F-4BCD-7E613C24E293}"/>
              </a:ext>
            </a:extLst>
          </p:cNvPr>
          <p:cNvSpPr>
            <a:spLocks noGrp="1"/>
          </p:cNvSpPr>
          <p:nvPr>
            <p:ph type="title"/>
          </p:nvPr>
        </p:nvSpPr>
        <p:spPr/>
        <p:txBody>
          <a:bodyPr/>
          <a:lstStyle/>
          <a:p>
            <a:r>
              <a:rPr lang="de-DE"/>
              <a:t>Evaluation protocol</a:t>
            </a:r>
          </a:p>
        </p:txBody>
      </p:sp>
      <p:sp>
        <p:nvSpPr>
          <p:cNvPr id="5" name="Fußzeilenplatzhalter 4">
            <a:extLst>
              <a:ext uri="{FF2B5EF4-FFF2-40B4-BE49-F238E27FC236}">
                <a16:creationId xmlns:a16="http://schemas.microsoft.com/office/drawing/2014/main" id="{DE8DC0EA-E60A-CBAC-2866-B6E1385E9CBD}"/>
              </a:ext>
            </a:extLst>
          </p:cNvPr>
          <p:cNvSpPr>
            <a:spLocks noGrp="1"/>
          </p:cNvSpPr>
          <p:nvPr>
            <p:ph type="ftr" sz="quarter" idx="13"/>
          </p:nvPr>
        </p:nvSpPr>
        <p:spPr/>
        <p:txBody>
          <a:bodyPr/>
          <a:lstStyle/>
          <a:p>
            <a:r>
              <a:rPr lang="en-US"/>
              <a:t>SLAM Comparison | Bitsch, Stix, Ovdiienko, Zhou | WS 2026/27</a:t>
            </a:r>
            <a:endParaRPr lang="en-GB" dirty="0"/>
          </a:p>
        </p:txBody>
      </p:sp>
      <p:sp>
        <p:nvSpPr>
          <p:cNvPr id="6" name="Foliennummernplatzhalter 5">
            <a:extLst>
              <a:ext uri="{FF2B5EF4-FFF2-40B4-BE49-F238E27FC236}">
                <a16:creationId xmlns:a16="http://schemas.microsoft.com/office/drawing/2014/main" id="{3E147642-B354-FADC-A6BD-4DA4FFBB119E}"/>
              </a:ext>
            </a:extLst>
          </p:cNvPr>
          <p:cNvSpPr>
            <a:spLocks noGrp="1"/>
          </p:cNvSpPr>
          <p:nvPr>
            <p:ph type="sldNum" sz="quarter" idx="14"/>
          </p:nvPr>
        </p:nvSpPr>
        <p:spPr/>
        <p:txBody>
          <a:bodyPr/>
          <a:lstStyle/>
          <a:p>
            <a:fld id="{9C057DB4-583E-41A7-BD94-987342018C17}" type="slidenum">
              <a:rPr lang="en-GB" smtClean="0"/>
              <a:pPr/>
              <a:t>12</a:t>
            </a:fld>
            <a:endParaRPr lang="en-GB" dirty="0"/>
          </a:p>
        </p:txBody>
      </p:sp>
      <p:sp>
        <p:nvSpPr>
          <p:cNvPr id="7" name="Textfeld 6">
            <a:extLst>
              <a:ext uri="{FF2B5EF4-FFF2-40B4-BE49-F238E27FC236}">
                <a16:creationId xmlns:a16="http://schemas.microsoft.com/office/drawing/2014/main" id="{A1506000-9800-6FBB-C370-29621AB4B4C7}"/>
              </a:ext>
            </a:extLst>
          </p:cNvPr>
          <p:cNvSpPr txBox="1"/>
          <p:nvPr/>
        </p:nvSpPr>
        <p:spPr>
          <a:xfrm>
            <a:off x="177800" y="660400"/>
            <a:ext cx="4191000" cy="279400"/>
          </a:xfrm>
          <a:prstGeom prst="rect">
            <a:avLst/>
          </a:prstGeom>
        </p:spPr>
        <p:txBody>
          <a:bodyPr vert="horz" wrap="square" lIns="0" tIns="45720" rIns="0" bIns="45720" rtlCol="0" anchor="t">
            <a:noAutofit/>
          </a:bodyPr>
          <a:lstStyle/>
          <a:p>
            <a:pPr algn="l"/>
            <a:r>
              <a:rPr lang="de-DE" sz="1600" b="1">
                <a:solidFill>
                  <a:srgbClr val="0063A6"/>
                </a:solidFill>
              </a:rPr>
              <a:t>Repeated runs</a:t>
            </a:r>
            <a:endParaRPr lang="de-DE" sz="1600" b="1" dirty="0">
              <a:solidFill>
                <a:srgbClr val="0063A6"/>
              </a:solidFill>
            </a:endParaRPr>
          </a:p>
        </p:txBody>
      </p:sp>
      <p:sp>
        <p:nvSpPr>
          <p:cNvPr id="8" name="Textfeld 7">
            <a:extLst>
              <a:ext uri="{FF2B5EF4-FFF2-40B4-BE49-F238E27FC236}">
                <a16:creationId xmlns:a16="http://schemas.microsoft.com/office/drawing/2014/main" id="{6CA198F4-4EC4-8A98-7A71-C0FB95F6A929}"/>
              </a:ext>
            </a:extLst>
          </p:cNvPr>
          <p:cNvSpPr txBox="1"/>
          <p:nvPr/>
        </p:nvSpPr>
        <p:spPr>
          <a:xfrm>
            <a:off x="177800" y="1016000"/>
            <a:ext cx="4191000" cy="1524000"/>
          </a:xfrm>
          <a:prstGeom prst="rect">
            <a:avLst/>
          </a:prstGeom>
        </p:spPr>
        <p:txBody>
          <a:bodyPr vert="horz" wrap="square" lIns="0" tIns="45720" rIns="91440" bIns="45720" rtlCol="0" anchor="t">
            <a:normAutofit/>
          </a:bodyPr>
          <a:lstStyle/>
          <a:p>
            <a:pPr marL="177800" indent="-177800" algn="l">
              <a:spcAft>
                <a:spcPts val="400"/>
              </a:spcAft>
              <a:buFont typeface="+mj-lt"/>
              <a:buChar char="•"/>
            </a:pPr>
            <a:r>
              <a:rPr lang="en-US" sz="1400">
                <a:solidFill>
                  <a:srgbClr val="262626"/>
                </a:solidFill>
              </a:rPr>
              <a:t>N = 5 runs per system and sequence</a:t>
            </a:r>
          </a:p>
          <a:p>
            <a:pPr marL="177800" indent="-177800" algn="l">
              <a:spcAft>
                <a:spcPts val="400"/>
              </a:spcAft>
              <a:buFont typeface="+mj-lt"/>
              <a:buChar char="•"/>
            </a:pPr>
            <a:r>
              <a:rPr lang="en-US" sz="1400">
                <a:solidFill>
                  <a:srgbClr val="262626"/>
                </a:solidFill>
              </a:rPr>
              <a:t>SLAM is non-deterministic (threads, GPU)</a:t>
            </a:r>
          </a:p>
          <a:p>
            <a:pPr marL="177800" indent="-177800" algn="l">
              <a:spcAft>
                <a:spcPts val="400"/>
              </a:spcAft>
              <a:buFont typeface="+mj-lt"/>
              <a:buChar char="•"/>
            </a:pPr>
            <a:r>
              <a:rPr lang="en-US" sz="1400">
                <a:solidFill>
                  <a:srgbClr val="262626"/>
                </a:solidFill>
              </a:rPr>
              <a:t>Report median and IQR, not a single run</a:t>
            </a:r>
            <a:endParaRPr lang="de-DE" sz="1400" dirty="0">
              <a:solidFill>
                <a:srgbClr val="262626"/>
              </a:solidFill>
            </a:endParaRPr>
          </a:p>
        </p:txBody>
      </p:sp>
      <p:sp>
        <p:nvSpPr>
          <p:cNvPr id="9" name="Textfeld 8">
            <a:extLst>
              <a:ext uri="{FF2B5EF4-FFF2-40B4-BE49-F238E27FC236}">
                <a16:creationId xmlns:a16="http://schemas.microsoft.com/office/drawing/2014/main" id="{C615AF7E-534B-3B2D-20C6-6B187118F080}"/>
              </a:ext>
            </a:extLst>
          </p:cNvPr>
          <p:cNvSpPr txBox="1"/>
          <p:nvPr/>
        </p:nvSpPr>
        <p:spPr>
          <a:xfrm>
            <a:off x="177800" y="2540000"/>
            <a:ext cx="4191000" cy="279400"/>
          </a:xfrm>
          <a:prstGeom prst="rect">
            <a:avLst/>
          </a:prstGeom>
        </p:spPr>
        <p:txBody>
          <a:bodyPr vert="horz" wrap="square" lIns="0" tIns="45720" rIns="0" bIns="45720" rtlCol="0" anchor="t">
            <a:noAutofit/>
          </a:bodyPr>
          <a:lstStyle/>
          <a:p>
            <a:pPr algn="l"/>
            <a:r>
              <a:rPr lang="de-DE" sz="1600" b="1">
                <a:solidFill>
                  <a:srgbClr val="0063A6"/>
                </a:solidFill>
              </a:rPr>
              <a:t>Offline processing</a:t>
            </a:r>
            <a:endParaRPr lang="de-DE" sz="1600" b="1" dirty="0">
              <a:solidFill>
                <a:srgbClr val="0063A6"/>
              </a:solidFill>
            </a:endParaRPr>
          </a:p>
        </p:txBody>
      </p:sp>
      <p:sp>
        <p:nvSpPr>
          <p:cNvPr id="10" name="Textfeld 9">
            <a:extLst>
              <a:ext uri="{FF2B5EF4-FFF2-40B4-BE49-F238E27FC236}">
                <a16:creationId xmlns:a16="http://schemas.microsoft.com/office/drawing/2014/main" id="{3AC817C1-25BE-3A7C-B3EA-255649A52946}"/>
              </a:ext>
            </a:extLst>
          </p:cNvPr>
          <p:cNvSpPr txBox="1"/>
          <p:nvPr/>
        </p:nvSpPr>
        <p:spPr>
          <a:xfrm>
            <a:off x="177800" y="2895600"/>
            <a:ext cx="4191000" cy="1524000"/>
          </a:xfrm>
          <a:prstGeom prst="rect">
            <a:avLst/>
          </a:prstGeom>
        </p:spPr>
        <p:txBody>
          <a:bodyPr vert="horz" wrap="square" lIns="0" tIns="45720" rIns="91440" bIns="45720" rtlCol="0" anchor="t">
            <a:normAutofit/>
          </a:bodyPr>
          <a:lstStyle/>
          <a:p>
            <a:pPr marL="177800" indent="-177800" algn="l">
              <a:spcAft>
                <a:spcPts val="400"/>
              </a:spcAft>
              <a:buFont typeface="+mj-lt"/>
              <a:buChar char="•"/>
            </a:pPr>
            <a:r>
              <a:rPr lang="en-US" sz="1400">
                <a:solidFill>
                  <a:srgbClr val="262626"/>
                </a:solidFill>
              </a:rPr>
              <a:t>Every frame is processed</a:t>
            </a:r>
          </a:p>
          <a:p>
            <a:pPr marL="177800" indent="-177800" algn="l">
              <a:spcAft>
                <a:spcPts val="400"/>
              </a:spcAft>
              <a:buFont typeface="+mj-lt"/>
              <a:buChar char="•"/>
            </a:pPr>
            <a:r>
              <a:rPr lang="en-US" sz="1400">
                <a:solidFill>
                  <a:srgbClr val="262626"/>
                </a:solidFill>
              </a:rPr>
              <a:t>Accuracy does not depend on laptop speed</a:t>
            </a:r>
            <a:endParaRPr lang="de-DE" sz="1400" dirty="0">
              <a:solidFill>
                <a:srgbClr val="262626"/>
              </a:solidFill>
            </a:endParaRPr>
          </a:p>
        </p:txBody>
      </p:sp>
      <p:sp>
        <p:nvSpPr>
          <p:cNvPr id="11" name="Textfeld 10">
            <a:extLst>
              <a:ext uri="{FF2B5EF4-FFF2-40B4-BE49-F238E27FC236}">
                <a16:creationId xmlns:a16="http://schemas.microsoft.com/office/drawing/2014/main" id="{28EFD806-9BB9-1EEC-DD3B-608FDB94E79B}"/>
              </a:ext>
            </a:extLst>
          </p:cNvPr>
          <p:cNvSpPr txBox="1"/>
          <p:nvPr/>
        </p:nvSpPr>
        <p:spPr>
          <a:xfrm>
            <a:off x="4775200" y="660400"/>
            <a:ext cx="4191000" cy="279400"/>
          </a:xfrm>
          <a:prstGeom prst="rect">
            <a:avLst/>
          </a:prstGeom>
        </p:spPr>
        <p:txBody>
          <a:bodyPr vert="horz" wrap="square" lIns="0" tIns="45720" rIns="0" bIns="45720" rtlCol="0" anchor="t">
            <a:noAutofit/>
          </a:bodyPr>
          <a:lstStyle/>
          <a:p>
            <a:pPr algn="l"/>
            <a:r>
              <a:rPr lang="de-DE" sz="1600" b="1">
                <a:solidFill>
                  <a:srgbClr val="0063A6"/>
                </a:solidFill>
              </a:rPr>
              <a:t>Resources as context only</a:t>
            </a:r>
            <a:endParaRPr lang="de-DE" sz="1600" b="1" dirty="0">
              <a:solidFill>
                <a:srgbClr val="0063A6"/>
              </a:solidFill>
            </a:endParaRPr>
          </a:p>
        </p:txBody>
      </p:sp>
      <p:sp>
        <p:nvSpPr>
          <p:cNvPr id="12" name="Textfeld 11">
            <a:extLst>
              <a:ext uri="{FF2B5EF4-FFF2-40B4-BE49-F238E27FC236}">
                <a16:creationId xmlns:a16="http://schemas.microsoft.com/office/drawing/2014/main" id="{6928A925-CC77-EB4A-99ED-4420E3EA8E00}"/>
              </a:ext>
            </a:extLst>
          </p:cNvPr>
          <p:cNvSpPr txBox="1"/>
          <p:nvPr/>
        </p:nvSpPr>
        <p:spPr>
          <a:xfrm>
            <a:off x="4775200" y="1016000"/>
            <a:ext cx="4191000" cy="1524000"/>
          </a:xfrm>
          <a:prstGeom prst="rect">
            <a:avLst/>
          </a:prstGeom>
        </p:spPr>
        <p:txBody>
          <a:bodyPr vert="horz" wrap="square" lIns="0" tIns="45720" rIns="91440" bIns="45720" rtlCol="0" anchor="t">
            <a:normAutofit/>
          </a:bodyPr>
          <a:lstStyle/>
          <a:p>
            <a:pPr marL="177800" indent="-177800" algn="l">
              <a:spcAft>
                <a:spcPts val="400"/>
              </a:spcAft>
              <a:buFont typeface="+mj-lt"/>
              <a:buChar char="•"/>
            </a:pPr>
            <a:r>
              <a:rPr lang="en-US" sz="1400">
                <a:solidFill>
                  <a:srgbClr val="262626"/>
                </a:solidFill>
              </a:rPr>
              <a:t>CPU, RAM, GPU memory, runtime</a:t>
            </a:r>
          </a:p>
          <a:p>
            <a:pPr marL="177800" indent="-177800" algn="l">
              <a:spcAft>
                <a:spcPts val="400"/>
              </a:spcAft>
              <a:buFont typeface="+mj-lt"/>
              <a:buChar char="•"/>
            </a:pPr>
            <a:r>
              <a:rPr lang="en-US" sz="1400">
                <a:solidFill>
                  <a:srgbClr val="262626"/>
                </a:solidFill>
              </a:rPr>
              <a:t>Always stated together with the hardware</a:t>
            </a:r>
          </a:p>
          <a:p>
            <a:pPr marL="177800" indent="-177800" algn="l">
              <a:spcAft>
                <a:spcPts val="400"/>
              </a:spcAft>
              <a:buFont typeface="+mj-lt"/>
              <a:buChar char="•"/>
            </a:pPr>
            <a:r>
              <a:rPr lang="en-US" sz="1400">
                <a:solidFill>
                  <a:srgbClr val="262626"/>
                </a:solidFill>
              </a:rPr>
              <a:t>Not used for ranking</a:t>
            </a:r>
            <a:endParaRPr lang="de-DE" sz="1400" dirty="0">
              <a:solidFill>
                <a:srgbClr val="262626"/>
              </a:solidFill>
            </a:endParaRPr>
          </a:p>
        </p:txBody>
      </p:sp>
      <p:sp>
        <p:nvSpPr>
          <p:cNvPr id="13" name="Textfeld 12">
            <a:extLst>
              <a:ext uri="{FF2B5EF4-FFF2-40B4-BE49-F238E27FC236}">
                <a16:creationId xmlns:a16="http://schemas.microsoft.com/office/drawing/2014/main" id="{71B5259B-B4D4-4817-4A77-DB991CDD0DD8}"/>
              </a:ext>
            </a:extLst>
          </p:cNvPr>
          <p:cNvSpPr txBox="1"/>
          <p:nvPr/>
        </p:nvSpPr>
        <p:spPr>
          <a:xfrm>
            <a:off x="4775200" y="2540000"/>
            <a:ext cx="4191000" cy="279400"/>
          </a:xfrm>
          <a:prstGeom prst="rect">
            <a:avLst/>
          </a:prstGeom>
        </p:spPr>
        <p:txBody>
          <a:bodyPr vert="horz" wrap="square" lIns="0" tIns="45720" rIns="0" bIns="45720" rtlCol="0" anchor="t">
            <a:noAutofit/>
          </a:bodyPr>
          <a:lstStyle/>
          <a:p>
            <a:pPr algn="l"/>
            <a:r>
              <a:rPr lang="de-DE" sz="1600" b="1">
                <a:solidFill>
                  <a:srgbClr val="0063A6"/>
                </a:solidFill>
              </a:rPr>
              <a:t>Reproducibility</a:t>
            </a:r>
            <a:endParaRPr lang="de-DE" sz="1600" b="1" dirty="0">
              <a:solidFill>
                <a:srgbClr val="0063A6"/>
              </a:solidFill>
            </a:endParaRPr>
          </a:p>
        </p:txBody>
      </p:sp>
      <p:sp>
        <p:nvSpPr>
          <p:cNvPr id="14" name="Textfeld 13">
            <a:extLst>
              <a:ext uri="{FF2B5EF4-FFF2-40B4-BE49-F238E27FC236}">
                <a16:creationId xmlns:a16="http://schemas.microsoft.com/office/drawing/2014/main" id="{20DBD60B-D9AF-6E7D-92A5-B5E401C90E77}"/>
              </a:ext>
            </a:extLst>
          </p:cNvPr>
          <p:cNvSpPr txBox="1"/>
          <p:nvPr/>
        </p:nvSpPr>
        <p:spPr>
          <a:xfrm>
            <a:off x="4775200" y="2895600"/>
            <a:ext cx="4191000" cy="1524000"/>
          </a:xfrm>
          <a:prstGeom prst="rect">
            <a:avLst/>
          </a:prstGeom>
        </p:spPr>
        <p:txBody>
          <a:bodyPr vert="horz" wrap="square" lIns="0" tIns="45720" rIns="91440" bIns="45720" rtlCol="0" anchor="t">
            <a:normAutofit/>
          </a:bodyPr>
          <a:lstStyle/>
          <a:p>
            <a:pPr marL="177800" indent="-177800" algn="l">
              <a:spcAft>
                <a:spcPts val="400"/>
              </a:spcAft>
              <a:buFont typeface="+mj-lt"/>
              <a:buChar char="•"/>
            </a:pPr>
            <a:r>
              <a:rPr lang="en-US" sz="1400">
                <a:solidFill>
                  <a:srgbClr val="262626"/>
                </a:solidFill>
              </a:rPr>
              <a:t>Versions, parameters, hardware logged per run</a:t>
            </a:r>
          </a:p>
          <a:p>
            <a:pPr marL="177800" indent="-177800" algn="l">
              <a:spcAft>
                <a:spcPts val="400"/>
              </a:spcAft>
              <a:buFont typeface="+mj-lt"/>
              <a:buChar char="•"/>
            </a:pPr>
            <a:r>
              <a:rPr lang="en-US" sz="1400">
                <a:solidFill>
                  <a:srgbClr val="262626"/>
                </a:solidFill>
              </a:rPr>
              <a:t>One command recreates all figures</a:t>
            </a:r>
            <a:endParaRPr lang="de-DE" sz="1400" dirty="0">
              <a:solidFill>
                <a:srgbClr val="262626"/>
              </a:solidFill>
            </a:endParaRPr>
          </a:p>
        </p:txBody>
      </p:sp>
    </p:spTree>
    <p:extLst>
      <p:ext uri="{BB962C8B-B14F-4D97-AF65-F5344CB8AC3E}">
        <p14:creationId xmlns:p14="http://schemas.microsoft.com/office/powerpoint/2010/main" val="1783137735"/>
      </p:ext>
    </p:extLst>
  </p:cSld>
  <p:clrMapOvr>
    <a:masterClrMapping/>
  </p:clrMapOvr>
</p:sld>
</file>

<file path=ppt/slides/slide1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el 1">
            <a:extLst>
              <a:ext uri="{FF2B5EF4-FFF2-40B4-BE49-F238E27FC236}">
                <a16:creationId xmlns:a16="http://schemas.microsoft.com/office/drawing/2014/main" id="{344D006E-AD4D-A45F-C58B-E7857E286680}"/>
              </a:ext>
            </a:extLst>
          </p:cNvPr>
          <p:cNvSpPr>
            <a:spLocks noGrp="1"/>
          </p:cNvSpPr>
          <p:nvPr>
            <p:ph type="title"/>
          </p:nvPr>
        </p:nvSpPr>
        <p:spPr/>
        <p:txBody>
          <a:bodyPr/>
          <a:lstStyle/>
          <a:p>
            <a:r>
              <a:rPr lang="de-DE"/>
              <a:t>Automated evaluation pipeline</a:t>
            </a:r>
          </a:p>
        </p:txBody>
      </p:sp>
      <p:sp>
        <p:nvSpPr>
          <p:cNvPr id="4" name="Fußzeilenplatzhalter 3">
            <a:extLst>
              <a:ext uri="{FF2B5EF4-FFF2-40B4-BE49-F238E27FC236}">
                <a16:creationId xmlns:a16="http://schemas.microsoft.com/office/drawing/2014/main" id="{FCC69D6B-1D4B-9BA9-D23B-E83434095EE0}"/>
              </a:ext>
            </a:extLst>
          </p:cNvPr>
          <p:cNvSpPr>
            <a:spLocks noGrp="1"/>
          </p:cNvSpPr>
          <p:nvPr>
            <p:ph type="ftr" sz="quarter" idx="12"/>
          </p:nvPr>
        </p:nvSpPr>
        <p:spPr/>
        <p:txBody>
          <a:bodyPr/>
          <a:lstStyle/>
          <a:p>
            <a:r>
              <a:rPr lang="en-US"/>
              <a:t>SLAM Comparison | Bitsch, Stix, Ovdiienko, Zhou | WS 2026/27</a:t>
            </a:r>
            <a:endParaRPr lang="en-GB" dirty="0"/>
          </a:p>
        </p:txBody>
      </p:sp>
      <p:sp>
        <p:nvSpPr>
          <p:cNvPr id="5" name="Foliennummernplatzhalter 4">
            <a:extLst>
              <a:ext uri="{FF2B5EF4-FFF2-40B4-BE49-F238E27FC236}">
                <a16:creationId xmlns:a16="http://schemas.microsoft.com/office/drawing/2014/main" id="{7393BAA4-06DB-B1BE-A997-D27735BE09EF}"/>
              </a:ext>
            </a:extLst>
          </p:cNvPr>
          <p:cNvSpPr>
            <a:spLocks noGrp="1"/>
          </p:cNvSpPr>
          <p:nvPr>
            <p:ph type="sldNum" sz="quarter" idx="13"/>
          </p:nvPr>
        </p:nvSpPr>
        <p:spPr/>
        <p:txBody>
          <a:bodyPr/>
          <a:lstStyle/>
          <a:p>
            <a:fld id="{9C057DB4-583E-41A7-BD94-987342018C17}" type="slidenum">
              <a:rPr lang="en-GB" smtClean="0"/>
              <a:pPr/>
              <a:t>13</a:t>
            </a:fld>
            <a:endParaRPr lang="en-GB" dirty="0"/>
          </a:p>
        </p:txBody>
      </p:sp>
      <p:sp>
        <p:nvSpPr>
          <p:cNvPr id="6" name="Pfeil: Fünfeck 5">
            <a:extLst>
              <a:ext uri="{FF2B5EF4-FFF2-40B4-BE49-F238E27FC236}">
                <a16:creationId xmlns:a16="http://schemas.microsoft.com/office/drawing/2014/main" id="{A28AC7DD-3BE6-CFBF-097C-7BDA53183E2B}"/>
              </a:ext>
            </a:extLst>
          </p:cNvPr>
          <p:cNvSpPr/>
          <p:nvPr/>
        </p:nvSpPr>
        <p:spPr>
          <a:xfrm>
            <a:off x="177800" y="1143000"/>
            <a:ext cx="1625600" cy="762000"/>
          </a:xfrm>
          <a:prstGeom prst="homePlate">
            <a:avLst>
              <a:gd name="adj" fmla="val 35000"/>
            </a:avLst>
          </a:prstGeom>
          <a:solidFill>
            <a:srgbClr val="0063A6"/>
          </a:solidFill>
          <a:ln w="12700" cap="flat" cmpd="sng" algn="ctr">
            <a:noFill/>
            <a:prstDash val="solid"/>
            <a:miter lim="800000"/>
          </a:ln>
          <a:effectLst/>
          <a:extLst>
            <a:ext uri="{91240B29-F687-4F45-9708-019B960494DF}">
              <a14:hiddenLine xmlns:a14="http://schemas.microsoft.com/office/drawing/2010/main" w="12700" cap="flat" cmpd="sng" algn="ctr">
                <a:solidFill>
                  <a:schemeClr val="accent1">
                    <a:shade val="15000"/>
                  </a:schemeClr>
                </a:solidFill>
                <a:prstDash val="solid"/>
                <a:miter lim="800000"/>
              </a14:hiddenLine>
            </a:ext>
          </a:extLst>
        </p:spPr>
        <p:style>
          <a:lnRef idx="2">
            <a:schemeClr val="accent1">
              <a:shade val="15000"/>
            </a:schemeClr>
          </a:lnRef>
          <a:fillRef idx="1">
            <a:schemeClr val="accent1"/>
          </a:fillRef>
          <a:effectRef idx="0">
            <a:schemeClr val="accent1"/>
          </a:effectRef>
          <a:fontRef idx="minor">
            <a:schemeClr val="lt1"/>
          </a:fontRef>
        </p:style>
        <p:txBody>
          <a:bodyPr wrap="none" lIns="25400" rIns="25400" rtlCol="0" anchor="ctr"/>
          <a:lstStyle/>
          <a:p>
            <a:pPr algn="ctr"/>
            <a:r>
              <a:rPr lang="de-DE" sz="1500" b="1">
                <a:solidFill>
                  <a:srgbClr val="FFFFFF"/>
                </a:solidFill>
              </a:rPr>
              <a:t>Data</a:t>
            </a:r>
          </a:p>
        </p:txBody>
      </p:sp>
      <p:sp>
        <p:nvSpPr>
          <p:cNvPr id="7" name="Textfeld 6">
            <a:extLst>
              <a:ext uri="{FF2B5EF4-FFF2-40B4-BE49-F238E27FC236}">
                <a16:creationId xmlns:a16="http://schemas.microsoft.com/office/drawing/2014/main" id="{6076D5C9-29D8-B695-925E-748F89405527}"/>
              </a:ext>
            </a:extLst>
          </p:cNvPr>
          <p:cNvSpPr txBox="1"/>
          <p:nvPr/>
        </p:nvSpPr>
        <p:spPr>
          <a:xfrm>
            <a:off x="177800" y="2057400"/>
            <a:ext cx="1625600" cy="762000"/>
          </a:xfrm>
          <a:prstGeom prst="rect">
            <a:avLst/>
          </a:prstGeom>
        </p:spPr>
        <p:txBody>
          <a:bodyPr vert="horz" wrap="square" lIns="0" tIns="45720" rIns="0" bIns="45720" rtlCol="0" anchor="t">
            <a:normAutofit/>
          </a:bodyPr>
          <a:lstStyle/>
          <a:p>
            <a:pPr algn="l"/>
            <a:r>
              <a:rPr lang="en-US" sz="1200">
                <a:solidFill>
                  <a:srgbClr val="262626"/>
                </a:solidFill>
              </a:rPr>
              <a:t>M3DGR sequences, ground truth in TUM format</a:t>
            </a:r>
            <a:endParaRPr lang="de-DE" sz="1200" dirty="0">
              <a:solidFill>
                <a:srgbClr val="262626"/>
              </a:solidFill>
            </a:endParaRPr>
          </a:p>
        </p:txBody>
      </p:sp>
      <p:sp>
        <p:nvSpPr>
          <p:cNvPr id="8" name="Pfeil: Chevron 7">
            <a:extLst>
              <a:ext uri="{FF2B5EF4-FFF2-40B4-BE49-F238E27FC236}">
                <a16:creationId xmlns:a16="http://schemas.microsoft.com/office/drawing/2014/main" id="{34DE7EB2-D2D4-F1F0-630B-61AC86C1633A}"/>
              </a:ext>
            </a:extLst>
          </p:cNvPr>
          <p:cNvSpPr/>
          <p:nvPr/>
        </p:nvSpPr>
        <p:spPr>
          <a:xfrm>
            <a:off x="1965325" y="1143000"/>
            <a:ext cx="1625600" cy="762000"/>
          </a:xfrm>
          <a:prstGeom prst="chevron">
            <a:avLst>
              <a:gd name="adj" fmla="val 35000"/>
            </a:avLst>
          </a:prstGeom>
          <a:solidFill>
            <a:srgbClr val="0063A6"/>
          </a:solidFill>
          <a:ln w="12700" cap="flat" cmpd="sng" algn="ctr">
            <a:noFill/>
            <a:prstDash val="solid"/>
            <a:miter lim="800000"/>
          </a:ln>
          <a:effectLst/>
          <a:extLst>
            <a:ext uri="{91240B29-F687-4F45-9708-019B960494DF}">
              <a14:hiddenLine xmlns:a14="http://schemas.microsoft.com/office/drawing/2010/main" w="12700" cap="flat" cmpd="sng" algn="ctr">
                <a:solidFill>
                  <a:schemeClr val="accent1">
                    <a:shade val="15000"/>
                  </a:schemeClr>
                </a:solidFill>
                <a:prstDash val="solid"/>
                <a:miter lim="800000"/>
              </a14:hiddenLine>
            </a:ext>
          </a:extLst>
        </p:spPr>
        <p:style>
          <a:lnRef idx="2">
            <a:schemeClr val="accent1">
              <a:shade val="15000"/>
            </a:schemeClr>
          </a:lnRef>
          <a:fillRef idx="1">
            <a:schemeClr val="accent1"/>
          </a:fillRef>
          <a:effectRef idx="0">
            <a:schemeClr val="accent1"/>
          </a:effectRef>
          <a:fontRef idx="minor">
            <a:schemeClr val="lt1"/>
          </a:fontRef>
        </p:style>
        <p:txBody>
          <a:bodyPr wrap="none" lIns="25400" rIns="25400" rtlCol="0" anchor="ctr"/>
          <a:lstStyle/>
          <a:p>
            <a:pPr algn="ctr"/>
            <a:r>
              <a:rPr lang="de-DE" sz="1500" b="1">
                <a:solidFill>
                  <a:srgbClr val="FFFFFF"/>
                </a:solidFill>
              </a:rPr>
              <a:t>Runners</a:t>
            </a:r>
          </a:p>
        </p:txBody>
      </p:sp>
      <p:sp>
        <p:nvSpPr>
          <p:cNvPr id="9" name="Textfeld 8">
            <a:extLst>
              <a:ext uri="{FF2B5EF4-FFF2-40B4-BE49-F238E27FC236}">
                <a16:creationId xmlns:a16="http://schemas.microsoft.com/office/drawing/2014/main" id="{6759F4BE-5C2F-6760-FB92-60D1B92AE454}"/>
              </a:ext>
            </a:extLst>
          </p:cNvPr>
          <p:cNvSpPr txBox="1"/>
          <p:nvPr/>
        </p:nvSpPr>
        <p:spPr>
          <a:xfrm>
            <a:off x="1965325" y="2057400"/>
            <a:ext cx="1625600" cy="762000"/>
          </a:xfrm>
          <a:prstGeom prst="rect">
            <a:avLst/>
          </a:prstGeom>
        </p:spPr>
        <p:txBody>
          <a:bodyPr vert="horz" wrap="square" lIns="0" tIns="45720" rIns="0" bIns="45720" rtlCol="0" anchor="t">
            <a:normAutofit/>
          </a:bodyPr>
          <a:lstStyle/>
          <a:p>
            <a:pPr algn="l"/>
            <a:r>
              <a:rPr lang="en-US" sz="1200">
                <a:solidFill>
                  <a:srgbClr val="262626"/>
                </a:solidFill>
              </a:rPr>
              <a:t>one per system, any machine, container or ROS</a:t>
            </a:r>
            <a:endParaRPr lang="de-DE" sz="1200" dirty="0">
              <a:solidFill>
                <a:srgbClr val="262626"/>
              </a:solidFill>
            </a:endParaRPr>
          </a:p>
        </p:txBody>
      </p:sp>
      <p:sp>
        <p:nvSpPr>
          <p:cNvPr id="10" name="Pfeil: Chevron 9">
            <a:extLst>
              <a:ext uri="{FF2B5EF4-FFF2-40B4-BE49-F238E27FC236}">
                <a16:creationId xmlns:a16="http://schemas.microsoft.com/office/drawing/2014/main" id="{EAFE7CDB-9FEE-3AFF-8C73-2DD66399C2F1}"/>
              </a:ext>
            </a:extLst>
          </p:cNvPr>
          <p:cNvSpPr/>
          <p:nvPr/>
        </p:nvSpPr>
        <p:spPr>
          <a:xfrm>
            <a:off x="3752850" y="1143000"/>
            <a:ext cx="1625600" cy="762000"/>
          </a:xfrm>
          <a:prstGeom prst="chevron">
            <a:avLst>
              <a:gd name="adj" fmla="val 35000"/>
            </a:avLst>
          </a:prstGeom>
          <a:solidFill>
            <a:srgbClr val="0063A6"/>
          </a:solidFill>
          <a:ln w="12700" cap="flat" cmpd="sng" algn="ctr">
            <a:noFill/>
            <a:prstDash val="solid"/>
            <a:miter lim="800000"/>
          </a:ln>
          <a:effectLst/>
          <a:extLst>
            <a:ext uri="{91240B29-F687-4F45-9708-019B960494DF}">
              <a14:hiddenLine xmlns:a14="http://schemas.microsoft.com/office/drawing/2010/main" w="12700" cap="flat" cmpd="sng" algn="ctr">
                <a:solidFill>
                  <a:schemeClr val="accent1">
                    <a:shade val="15000"/>
                  </a:schemeClr>
                </a:solidFill>
                <a:prstDash val="solid"/>
                <a:miter lim="800000"/>
              </a14:hiddenLine>
            </a:ext>
          </a:extLst>
        </p:spPr>
        <p:style>
          <a:lnRef idx="2">
            <a:schemeClr val="accent1">
              <a:shade val="15000"/>
            </a:schemeClr>
          </a:lnRef>
          <a:fillRef idx="1">
            <a:schemeClr val="accent1"/>
          </a:fillRef>
          <a:effectRef idx="0">
            <a:schemeClr val="accent1"/>
          </a:effectRef>
          <a:fontRef idx="minor">
            <a:schemeClr val="lt1"/>
          </a:fontRef>
        </p:style>
        <p:txBody>
          <a:bodyPr wrap="none" lIns="25400" rIns="25400" rtlCol="0" anchor="ctr"/>
          <a:lstStyle/>
          <a:p>
            <a:pPr algn="ctr"/>
            <a:r>
              <a:rPr lang="de-DE" sz="1500" b="1">
                <a:solidFill>
                  <a:srgbClr val="FFFFFF"/>
                </a:solidFill>
              </a:rPr>
              <a:t>Results</a:t>
            </a:r>
          </a:p>
        </p:txBody>
      </p:sp>
      <p:sp>
        <p:nvSpPr>
          <p:cNvPr id="11" name="Textfeld 10">
            <a:extLst>
              <a:ext uri="{FF2B5EF4-FFF2-40B4-BE49-F238E27FC236}">
                <a16:creationId xmlns:a16="http://schemas.microsoft.com/office/drawing/2014/main" id="{DFF19B7A-3611-05ED-718E-4E1E5B065694}"/>
              </a:ext>
            </a:extLst>
          </p:cNvPr>
          <p:cNvSpPr txBox="1"/>
          <p:nvPr/>
        </p:nvSpPr>
        <p:spPr>
          <a:xfrm>
            <a:off x="3752850" y="2057400"/>
            <a:ext cx="1625600" cy="762000"/>
          </a:xfrm>
          <a:prstGeom prst="rect">
            <a:avLst/>
          </a:prstGeom>
        </p:spPr>
        <p:txBody>
          <a:bodyPr vert="horz" wrap="square" lIns="0" tIns="45720" rIns="0" bIns="45720" rtlCol="0" anchor="t">
            <a:normAutofit/>
          </a:bodyPr>
          <a:lstStyle/>
          <a:p>
            <a:pPr algn="l"/>
            <a:r>
              <a:rPr lang="en-US" sz="1200">
                <a:solidFill>
                  <a:srgbClr val="262626"/>
                </a:solidFill>
              </a:rPr>
              <a:t>trajectory, map, resources and metadata per run</a:t>
            </a:r>
            <a:endParaRPr lang="de-DE" sz="1200" dirty="0">
              <a:solidFill>
                <a:srgbClr val="262626"/>
              </a:solidFill>
            </a:endParaRPr>
          </a:p>
        </p:txBody>
      </p:sp>
      <p:sp>
        <p:nvSpPr>
          <p:cNvPr id="12" name="Pfeil: Chevron 11">
            <a:extLst>
              <a:ext uri="{FF2B5EF4-FFF2-40B4-BE49-F238E27FC236}">
                <a16:creationId xmlns:a16="http://schemas.microsoft.com/office/drawing/2014/main" id="{2A55E6BD-1FDA-DEBF-A183-40E44282C2FB}"/>
              </a:ext>
            </a:extLst>
          </p:cNvPr>
          <p:cNvSpPr/>
          <p:nvPr/>
        </p:nvSpPr>
        <p:spPr>
          <a:xfrm>
            <a:off x="5540375" y="1143000"/>
            <a:ext cx="1625600" cy="762000"/>
          </a:xfrm>
          <a:prstGeom prst="chevron">
            <a:avLst>
              <a:gd name="adj" fmla="val 35000"/>
            </a:avLst>
          </a:prstGeom>
          <a:solidFill>
            <a:srgbClr val="0063A6"/>
          </a:solidFill>
          <a:ln w="12700" cap="flat" cmpd="sng" algn="ctr">
            <a:noFill/>
            <a:prstDash val="solid"/>
            <a:miter lim="800000"/>
          </a:ln>
          <a:effectLst/>
          <a:extLst>
            <a:ext uri="{91240B29-F687-4F45-9708-019B960494DF}">
              <a14:hiddenLine xmlns:a14="http://schemas.microsoft.com/office/drawing/2010/main" w="12700" cap="flat" cmpd="sng" algn="ctr">
                <a:solidFill>
                  <a:schemeClr val="accent1">
                    <a:shade val="15000"/>
                  </a:schemeClr>
                </a:solidFill>
                <a:prstDash val="solid"/>
                <a:miter lim="800000"/>
              </a14:hiddenLine>
            </a:ext>
          </a:extLst>
        </p:spPr>
        <p:style>
          <a:lnRef idx="2">
            <a:schemeClr val="accent1">
              <a:shade val="15000"/>
            </a:schemeClr>
          </a:lnRef>
          <a:fillRef idx="1">
            <a:schemeClr val="accent1"/>
          </a:fillRef>
          <a:effectRef idx="0">
            <a:schemeClr val="accent1"/>
          </a:effectRef>
          <a:fontRef idx="minor">
            <a:schemeClr val="lt1"/>
          </a:fontRef>
        </p:style>
        <p:txBody>
          <a:bodyPr wrap="none" lIns="25400" rIns="25400" rtlCol="0" anchor="ctr"/>
          <a:lstStyle/>
          <a:p>
            <a:pPr algn="ctr"/>
            <a:r>
              <a:rPr lang="de-DE" sz="1500" b="1">
                <a:solidFill>
                  <a:srgbClr val="FFFFFF"/>
                </a:solidFill>
              </a:rPr>
              <a:t>Evaluation</a:t>
            </a:r>
          </a:p>
        </p:txBody>
      </p:sp>
      <p:sp>
        <p:nvSpPr>
          <p:cNvPr id="13" name="Textfeld 12">
            <a:extLst>
              <a:ext uri="{FF2B5EF4-FFF2-40B4-BE49-F238E27FC236}">
                <a16:creationId xmlns:a16="http://schemas.microsoft.com/office/drawing/2014/main" id="{E78CEEEB-7A0B-249A-E214-C99403A9C6BC}"/>
              </a:ext>
            </a:extLst>
          </p:cNvPr>
          <p:cNvSpPr txBox="1"/>
          <p:nvPr/>
        </p:nvSpPr>
        <p:spPr>
          <a:xfrm>
            <a:off x="5540375" y="2057400"/>
            <a:ext cx="1625600" cy="762000"/>
          </a:xfrm>
          <a:prstGeom prst="rect">
            <a:avLst/>
          </a:prstGeom>
        </p:spPr>
        <p:txBody>
          <a:bodyPr vert="horz" wrap="square" lIns="0" tIns="45720" rIns="0" bIns="45720" rtlCol="0" anchor="t">
            <a:normAutofit/>
          </a:bodyPr>
          <a:lstStyle/>
          <a:p>
            <a:pPr algn="l"/>
            <a:r>
              <a:rPr lang="en-US" sz="1200">
                <a:solidFill>
                  <a:srgbClr val="262626"/>
                </a:solidFill>
              </a:rPr>
              <a:t>evaluate.py with evo: ATE, RPE, robustness</a:t>
            </a:r>
            <a:endParaRPr lang="de-DE" sz="1200" dirty="0">
              <a:solidFill>
                <a:srgbClr val="262626"/>
              </a:solidFill>
            </a:endParaRPr>
          </a:p>
        </p:txBody>
      </p:sp>
      <p:sp>
        <p:nvSpPr>
          <p:cNvPr id="14" name="Pfeil: Chevron 13">
            <a:extLst>
              <a:ext uri="{FF2B5EF4-FFF2-40B4-BE49-F238E27FC236}">
                <a16:creationId xmlns:a16="http://schemas.microsoft.com/office/drawing/2014/main" id="{827CBBD1-7646-1969-6FC8-BE407B519C29}"/>
              </a:ext>
            </a:extLst>
          </p:cNvPr>
          <p:cNvSpPr/>
          <p:nvPr/>
        </p:nvSpPr>
        <p:spPr>
          <a:xfrm>
            <a:off x="7327900" y="1143000"/>
            <a:ext cx="1625600" cy="762000"/>
          </a:xfrm>
          <a:prstGeom prst="chevron">
            <a:avLst>
              <a:gd name="adj" fmla="val 35000"/>
            </a:avLst>
          </a:prstGeom>
          <a:solidFill>
            <a:srgbClr val="0063A6"/>
          </a:solidFill>
          <a:ln w="12700" cap="flat" cmpd="sng" algn="ctr">
            <a:noFill/>
            <a:prstDash val="solid"/>
            <a:miter lim="800000"/>
          </a:ln>
          <a:effectLst/>
          <a:extLst>
            <a:ext uri="{91240B29-F687-4F45-9708-019B960494DF}">
              <a14:hiddenLine xmlns:a14="http://schemas.microsoft.com/office/drawing/2010/main" w="12700" cap="flat" cmpd="sng" algn="ctr">
                <a:solidFill>
                  <a:schemeClr val="accent1">
                    <a:shade val="15000"/>
                  </a:schemeClr>
                </a:solidFill>
                <a:prstDash val="solid"/>
                <a:miter lim="800000"/>
              </a14:hiddenLine>
            </a:ext>
          </a:extLst>
        </p:spPr>
        <p:style>
          <a:lnRef idx="2">
            <a:schemeClr val="accent1">
              <a:shade val="15000"/>
            </a:schemeClr>
          </a:lnRef>
          <a:fillRef idx="1">
            <a:schemeClr val="accent1"/>
          </a:fillRef>
          <a:effectRef idx="0">
            <a:schemeClr val="accent1"/>
          </a:effectRef>
          <a:fontRef idx="minor">
            <a:schemeClr val="lt1"/>
          </a:fontRef>
        </p:style>
        <p:txBody>
          <a:bodyPr wrap="none" lIns="25400" rIns="25400" rtlCol="0" anchor="ctr"/>
          <a:lstStyle/>
          <a:p>
            <a:pPr algn="ctr"/>
            <a:r>
              <a:rPr lang="de-DE" sz="1500" b="1">
                <a:solidFill>
                  <a:srgbClr val="FFFFFF"/>
                </a:solidFill>
              </a:rPr>
              <a:t>Figures</a:t>
            </a:r>
          </a:p>
        </p:txBody>
      </p:sp>
      <p:sp>
        <p:nvSpPr>
          <p:cNvPr id="15" name="Textfeld 14">
            <a:extLst>
              <a:ext uri="{FF2B5EF4-FFF2-40B4-BE49-F238E27FC236}">
                <a16:creationId xmlns:a16="http://schemas.microsoft.com/office/drawing/2014/main" id="{6F0B4016-893C-EBFC-213F-25037F453652}"/>
              </a:ext>
            </a:extLst>
          </p:cNvPr>
          <p:cNvSpPr txBox="1"/>
          <p:nvPr/>
        </p:nvSpPr>
        <p:spPr>
          <a:xfrm>
            <a:off x="7327900" y="2057400"/>
            <a:ext cx="1625600" cy="762000"/>
          </a:xfrm>
          <a:prstGeom prst="rect">
            <a:avLst/>
          </a:prstGeom>
        </p:spPr>
        <p:txBody>
          <a:bodyPr vert="horz" wrap="square" lIns="0" tIns="45720" rIns="0" bIns="45720" rtlCol="0" anchor="t">
            <a:normAutofit/>
          </a:bodyPr>
          <a:lstStyle/>
          <a:p>
            <a:pPr algn="l"/>
            <a:r>
              <a:rPr lang="en-US" sz="1200">
                <a:solidFill>
                  <a:srgbClr val="262626"/>
                </a:solidFill>
              </a:rPr>
              <a:t>notebooks create the paper figures and tables</a:t>
            </a:r>
            <a:endParaRPr lang="de-DE" sz="1200" dirty="0">
              <a:solidFill>
                <a:srgbClr val="262626"/>
              </a:solidFill>
            </a:endParaRPr>
          </a:p>
        </p:txBody>
      </p:sp>
      <p:sp>
        <p:nvSpPr>
          <p:cNvPr id="16" name="Rechteck: abgerundete Ecken 15">
            <a:extLst>
              <a:ext uri="{FF2B5EF4-FFF2-40B4-BE49-F238E27FC236}">
                <a16:creationId xmlns:a16="http://schemas.microsoft.com/office/drawing/2014/main" id="{E4793E0E-21DE-A46F-34E5-522E3608D3FB}"/>
              </a:ext>
            </a:extLst>
          </p:cNvPr>
          <p:cNvSpPr/>
          <p:nvPr/>
        </p:nvSpPr>
        <p:spPr>
          <a:xfrm>
            <a:off x="177800" y="3327400"/>
            <a:ext cx="8775700" cy="812800"/>
          </a:xfrm>
          <a:prstGeom prst="roundRect">
            <a:avLst>
              <a:gd name="adj" fmla="val 6000"/>
            </a:avLst>
          </a:prstGeom>
          <a:solidFill>
            <a:srgbClr val="E6EFF7"/>
          </a:solidFill>
          <a:ln w="12700" cap="flat" cmpd="sng" algn="ctr">
            <a:noFill/>
            <a:prstDash val="solid"/>
            <a:miter lim="800000"/>
          </a:ln>
          <a:effectLst/>
          <a:extLst>
            <a:ext uri="{91240B29-F687-4F45-9708-019B960494DF}">
              <a14:hiddenLine xmlns:a14="http://schemas.microsoft.com/office/drawing/2010/main" w="12700" cap="flat" cmpd="sng" algn="ctr">
                <a:solidFill>
                  <a:schemeClr val="accent1">
                    <a:shade val="15000"/>
                  </a:schemeClr>
                </a:solidFill>
                <a:prstDash val="solid"/>
                <a:miter lim="800000"/>
              </a14:hiddenLine>
            </a:ext>
          </a:extLst>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de-DE"/>
          </a:p>
        </p:txBody>
      </p:sp>
      <p:sp>
        <p:nvSpPr>
          <p:cNvPr id="17" name="Textfeld 16">
            <a:extLst>
              <a:ext uri="{FF2B5EF4-FFF2-40B4-BE49-F238E27FC236}">
                <a16:creationId xmlns:a16="http://schemas.microsoft.com/office/drawing/2014/main" id="{581B11EA-341C-B7A6-9DEB-0FEA9E4171BE}"/>
              </a:ext>
            </a:extLst>
          </p:cNvPr>
          <p:cNvSpPr txBox="1"/>
          <p:nvPr/>
        </p:nvSpPr>
        <p:spPr>
          <a:xfrm>
            <a:off x="355600" y="3454400"/>
            <a:ext cx="8420100" cy="635000"/>
          </a:xfrm>
          <a:prstGeom prst="rect">
            <a:avLst/>
          </a:prstGeom>
        </p:spPr>
        <p:txBody>
          <a:bodyPr vert="horz" wrap="square" lIns="0" tIns="45720" rIns="0" bIns="45720" rtlCol="0" anchor="t">
            <a:normAutofit/>
          </a:bodyPr>
          <a:lstStyle/>
          <a:p>
            <a:pPr algn="l"/>
            <a:r>
              <a:rPr lang="en-US" sz="1400">
                <a:solidFill>
                  <a:srgbClr val="262626"/>
                </a:solidFill>
              </a:rPr>
              <a:t>One command reproduces all figures from the raw results.</a:t>
            </a:r>
          </a:p>
          <a:p>
            <a:pPr algn="l"/>
            <a:r>
              <a:rPr lang="en-US" sz="1400">
                <a:solidFill>
                  <a:srgbClr val="262626"/>
                </a:solidFill>
              </a:rPr>
              <a:t>Code and results: github.com/eliasbitsch/bEARL</a:t>
            </a:r>
            <a:endParaRPr lang="de-DE" sz="1400" dirty="0">
              <a:solidFill>
                <a:srgbClr val="262626"/>
              </a:solidFill>
            </a:endParaRPr>
          </a:p>
        </p:txBody>
      </p:sp>
    </p:spTree>
    <p:extLst>
      <p:ext uri="{BB962C8B-B14F-4D97-AF65-F5344CB8AC3E}">
        <p14:creationId xmlns:p14="http://schemas.microsoft.com/office/powerpoint/2010/main" val="2295097614"/>
      </p:ext>
    </p:extLst>
  </p:cSld>
  <p:clrMapOvr>
    <a:masterClrMapping/>
  </p:clrMapOvr>
</p:sld>
</file>

<file path=ppt/slides/slide1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el 1">
            <a:extLst>
              <a:ext uri="{FF2B5EF4-FFF2-40B4-BE49-F238E27FC236}">
                <a16:creationId xmlns:a16="http://schemas.microsoft.com/office/drawing/2014/main" id="{44D2EBF6-3481-91FD-48C6-F6855A5F8002}"/>
              </a:ext>
            </a:extLst>
          </p:cNvPr>
          <p:cNvSpPr>
            <a:spLocks noGrp="1"/>
          </p:cNvSpPr>
          <p:nvPr>
            <p:ph type="title"/>
          </p:nvPr>
        </p:nvSpPr>
        <p:spPr/>
        <p:txBody>
          <a:bodyPr/>
          <a:lstStyle/>
          <a:p>
            <a:r>
              <a:rPr lang="de-DE"/>
              <a:t>Expected challenges and limitations</a:t>
            </a:r>
          </a:p>
        </p:txBody>
      </p:sp>
      <p:sp>
        <p:nvSpPr>
          <p:cNvPr id="5" name="Fußzeilenplatzhalter 4">
            <a:extLst>
              <a:ext uri="{FF2B5EF4-FFF2-40B4-BE49-F238E27FC236}">
                <a16:creationId xmlns:a16="http://schemas.microsoft.com/office/drawing/2014/main" id="{F7BDB13A-35F6-6A50-D82C-FEFF52B7C785}"/>
              </a:ext>
            </a:extLst>
          </p:cNvPr>
          <p:cNvSpPr>
            <a:spLocks noGrp="1"/>
          </p:cNvSpPr>
          <p:nvPr>
            <p:ph type="ftr" sz="quarter" idx="13"/>
          </p:nvPr>
        </p:nvSpPr>
        <p:spPr/>
        <p:txBody>
          <a:bodyPr/>
          <a:lstStyle/>
          <a:p>
            <a:r>
              <a:rPr lang="en-US"/>
              <a:t>SLAM Comparison | Bitsch, Stix, Ovdiienko, Zhou | WS 2026/27</a:t>
            </a:r>
            <a:endParaRPr lang="en-GB" dirty="0"/>
          </a:p>
        </p:txBody>
      </p:sp>
      <p:sp>
        <p:nvSpPr>
          <p:cNvPr id="6" name="Foliennummernplatzhalter 5">
            <a:extLst>
              <a:ext uri="{FF2B5EF4-FFF2-40B4-BE49-F238E27FC236}">
                <a16:creationId xmlns:a16="http://schemas.microsoft.com/office/drawing/2014/main" id="{B8089C5F-BD6E-5B6A-10D8-6EC1E15377EE}"/>
              </a:ext>
            </a:extLst>
          </p:cNvPr>
          <p:cNvSpPr>
            <a:spLocks noGrp="1"/>
          </p:cNvSpPr>
          <p:nvPr>
            <p:ph type="sldNum" sz="quarter" idx="14"/>
          </p:nvPr>
        </p:nvSpPr>
        <p:spPr/>
        <p:txBody>
          <a:bodyPr/>
          <a:lstStyle/>
          <a:p>
            <a:fld id="{9C057DB4-583E-41A7-BD94-987342018C17}" type="slidenum">
              <a:rPr lang="en-GB" smtClean="0"/>
              <a:pPr/>
              <a:t>14</a:t>
            </a:fld>
            <a:endParaRPr lang="en-GB" dirty="0"/>
          </a:p>
        </p:txBody>
      </p:sp>
      <p:sp>
        <p:nvSpPr>
          <p:cNvPr id="7" name="Textfeld 6">
            <a:extLst>
              <a:ext uri="{FF2B5EF4-FFF2-40B4-BE49-F238E27FC236}">
                <a16:creationId xmlns:a16="http://schemas.microsoft.com/office/drawing/2014/main" id="{E1C0A6EB-CE66-9342-74D3-6623394C599C}"/>
              </a:ext>
            </a:extLst>
          </p:cNvPr>
          <p:cNvSpPr txBox="1"/>
          <p:nvPr/>
        </p:nvSpPr>
        <p:spPr>
          <a:xfrm>
            <a:off x="177800" y="660400"/>
            <a:ext cx="4191000" cy="279400"/>
          </a:xfrm>
          <a:prstGeom prst="rect">
            <a:avLst/>
          </a:prstGeom>
        </p:spPr>
        <p:txBody>
          <a:bodyPr vert="horz" wrap="square" lIns="0" tIns="45720" rIns="0" bIns="45720" rtlCol="0" anchor="t">
            <a:noAutofit/>
          </a:bodyPr>
          <a:lstStyle/>
          <a:p>
            <a:pPr algn="l"/>
            <a:r>
              <a:rPr lang="en-US" sz="1600" b="1">
                <a:solidFill>
                  <a:srgbClr val="0063A6"/>
                </a:solidFill>
              </a:rPr>
              <a:t>Failure modes predicted by theory</a:t>
            </a:r>
            <a:endParaRPr lang="de-DE" sz="1600" b="1" dirty="0">
              <a:solidFill>
                <a:srgbClr val="0063A6"/>
              </a:solidFill>
            </a:endParaRPr>
          </a:p>
        </p:txBody>
      </p:sp>
      <p:sp>
        <p:nvSpPr>
          <p:cNvPr id="8" name="Textfeld 7">
            <a:extLst>
              <a:ext uri="{FF2B5EF4-FFF2-40B4-BE49-F238E27FC236}">
                <a16:creationId xmlns:a16="http://schemas.microsoft.com/office/drawing/2014/main" id="{D40A9481-A05F-CAFA-8A0B-1C1D36AAEE3E}"/>
              </a:ext>
            </a:extLst>
          </p:cNvPr>
          <p:cNvSpPr txBox="1"/>
          <p:nvPr/>
        </p:nvSpPr>
        <p:spPr>
          <a:xfrm>
            <a:off x="177800" y="1016000"/>
            <a:ext cx="4191000" cy="2286000"/>
          </a:xfrm>
          <a:prstGeom prst="rect">
            <a:avLst/>
          </a:prstGeom>
        </p:spPr>
        <p:txBody>
          <a:bodyPr vert="horz" wrap="square" lIns="0" tIns="45720" rIns="91440" bIns="45720" rtlCol="0" anchor="t">
            <a:normAutofit/>
          </a:bodyPr>
          <a:lstStyle/>
          <a:p>
            <a:pPr marL="177800" indent="-177800" algn="l">
              <a:spcAft>
                <a:spcPts val="400"/>
              </a:spcAft>
              <a:buFont typeface="+mj-lt"/>
              <a:buChar char="•"/>
            </a:pPr>
            <a:r>
              <a:rPr lang="de-DE" sz="1400">
                <a:solidFill>
                  <a:srgbClr val="262626"/>
                </a:solidFill>
              </a:rPr>
              <a:t>Camera: needs light and texture (Dark03)</a:t>
            </a:r>
          </a:p>
          <a:p>
            <a:pPr marL="177800" indent="-177800" algn="l">
              <a:spcAft>
                <a:spcPts val="400"/>
              </a:spcAft>
              <a:buFont typeface="+mj-lt"/>
              <a:buChar char="•"/>
            </a:pPr>
            <a:r>
              <a:rPr lang="de-DE" sz="1400">
                <a:solidFill>
                  <a:srgbClr val="262626"/>
                </a:solidFill>
              </a:rPr>
              <a:t>Monocular: metric scale is unobservable</a:t>
            </a:r>
          </a:p>
          <a:p>
            <a:pPr marL="177800" indent="-177800" algn="l">
              <a:spcAft>
                <a:spcPts val="400"/>
              </a:spcAft>
              <a:buFont typeface="+mj-lt"/>
              <a:buChar char="•"/>
            </a:pPr>
            <a:r>
              <a:rPr lang="de-DE" sz="1400">
                <a:solidFill>
                  <a:srgbClr val="262626"/>
                </a:solidFill>
              </a:rPr>
              <a:t>LiDAR: degenerates in featureless geometry</a:t>
            </a:r>
          </a:p>
          <a:p>
            <a:pPr marL="177800" indent="-177800" algn="l">
              <a:spcAft>
                <a:spcPts val="400"/>
              </a:spcAft>
              <a:buFont typeface="+mj-lt"/>
              <a:buChar char="•"/>
            </a:pPr>
            <a:r>
              <a:rPr lang="de-DE" sz="1400">
                <a:solidFill>
                  <a:srgbClr val="262626"/>
                </a:solidFill>
              </a:rPr>
              <a:t>Wheel odometry: assumes no wheel slip</a:t>
            </a:r>
          </a:p>
          <a:p>
            <a:pPr marL="177800" indent="-177800" algn="l">
              <a:spcAft>
                <a:spcPts val="400"/>
              </a:spcAft>
              <a:buFont typeface="+mj-lt"/>
              <a:buChar char="•"/>
            </a:pPr>
            <a:r>
              <a:rPr lang="de-DE" sz="1400">
                <a:solidFill>
                  <a:srgbClr val="262626"/>
                </a:solidFill>
              </a:rPr>
              <a:t>No loop closure: drift accumulates</a:t>
            </a:r>
            <a:endParaRPr lang="de-DE" sz="1400" dirty="0">
              <a:solidFill>
                <a:srgbClr val="262626"/>
              </a:solidFill>
            </a:endParaRPr>
          </a:p>
        </p:txBody>
      </p:sp>
      <p:pic>
        <p:nvPicPr>
          <p:cNvPr id="10" name="Grafik 9" descr="Long featureless corridor from M3DGR">
            <a:extLst>
              <a:ext uri="{FF2B5EF4-FFF2-40B4-BE49-F238E27FC236}">
                <a16:creationId xmlns:a16="http://schemas.microsoft.com/office/drawing/2014/main" id="{35AC5C5A-B9E4-22CE-3382-A1B3AA33818B}"/>
              </a:ext>
            </a:extLst>
          </p:cNvPr>
          <p:cNvPicPr>
            <a:picLocks noChangeAspect="1"/>
          </p:cNvPicPr>
          <p:nvPr/>
        </p:nvPicPr>
        <p:blipFill>
          <a:blip r:embed="rId3" cstate="print">
            <a:extLst>
              <a:ext uri="{28A0092B-C50C-407E-A947-70E740481C1C}">
                <a14:useLocalDpi xmlns:a14="http://schemas.microsoft.com/office/drawing/2010/main" val="0"/>
              </a:ext>
            </a:extLst>
          </a:blip>
          <a:stretch>
            <a:fillRect/>
          </a:stretch>
        </p:blipFill>
        <p:spPr>
          <a:xfrm>
            <a:off x="4962939" y="660400"/>
            <a:ext cx="1656522" cy="1905000"/>
          </a:xfrm>
          <a:prstGeom prst="rect">
            <a:avLst/>
          </a:prstGeom>
        </p:spPr>
      </p:pic>
      <p:sp>
        <p:nvSpPr>
          <p:cNvPr id="11" name="Textfeld 10">
            <a:extLst>
              <a:ext uri="{FF2B5EF4-FFF2-40B4-BE49-F238E27FC236}">
                <a16:creationId xmlns:a16="http://schemas.microsoft.com/office/drawing/2014/main" id="{DE12FB69-34B3-1360-2B38-AFD86720B4A8}"/>
              </a:ext>
            </a:extLst>
          </p:cNvPr>
          <p:cNvSpPr txBox="1"/>
          <p:nvPr/>
        </p:nvSpPr>
        <p:spPr>
          <a:xfrm>
            <a:off x="4775200" y="2590800"/>
            <a:ext cx="2032000" cy="381000"/>
          </a:xfrm>
          <a:prstGeom prst="rect">
            <a:avLst/>
          </a:prstGeom>
        </p:spPr>
        <p:txBody>
          <a:bodyPr vert="horz" wrap="square" lIns="0" tIns="45720" rIns="0" bIns="45720" rtlCol="0" anchor="t">
            <a:normAutofit/>
          </a:bodyPr>
          <a:lstStyle/>
          <a:p>
            <a:pPr algn="l"/>
            <a:r>
              <a:rPr lang="en-US" sz="1100">
                <a:solidFill>
                  <a:srgbClr val="595959"/>
                </a:solidFill>
              </a:rPr>
              <a:t>Long corridor: hard for LiDAR</a:t>
            </a:r>
            <a:endParaRPr lang="de-DE" sz="1100" dirty="0">
              <a:solidFill>
                <a:srgbClr val="595959"/>
              </a:solidFill>
            </a:endParaRPr>
          </a:p>
        </p:txBody>
      </p:sp>
      <p:pic>
        <p:nvPicPr>
          <p:cNvPr id="13" name="Grafik 12" descr="Scene with strong backlight from M3DGR">
            <a:extLst>
              <a:ext uri="{FF2B5EF4-FFF2-40B4-BE49-F238E27FC236}">
                <a16:creationId xmlns:a16="http://schemas.microsoft.com/office/drawing/2014/main" id="{C3B4D87A-4735-45BF-65D8-6FBA71905B0D}"/>
              </a:ext>
            </a:extLst>
          </p:cNvPr>
          <p:cNvPicPr>
            <a:picLocks noChangeAspect="1"/>
          </p:cNvPicPr>
          <p:nvPr/>
        </p:nvPicPr>
        <p:blipFill>
          <a:blip r:embed="rId4" cstate="print">
            <a:extLst>
              <a:ext uri="{28A0092B-C50C-407E-A947-70E740481C1C}">
                <a14:useLocalDpi xmlns:a14="http://schemas.microsoft.com/office/drawing/2010/main" val="0"/>
              </a:ext>
            </a:extLst>
          </a:blip>
          <a:stretch>
            <a:fillRect/>
          </a:stretch>
        </p:blipFill>
        <p:spPr>
          <a:xfrm>
            <a:off x="6934200" y="850900"/>
            <a:ext cx="2032000" cy="1524000"/>
          </a:xfrm>
          <a:prstGeom prst="rect">
            <a:avLst/>
          </a:prstGeom>
        </p:spPr>
      </p:pic>
      <p:sp>
        <p:nvSpPr>
          <p:cNvPr id="14" name="Textfeld 13">
            <a:extLst>
              <a:ext uri="{FF2B5EF4-FFF2-40B4-BE49-F238E27FC236}">
                <a16:creationId xmlns:a16="http://schemas.microsoft.com/office/drawing/2014/main" id="{14525793-8B85-2578-A14A-DE1F49DCF4FC}"/>
              </a:ext>
            </a:extLst>
          </p:cNvPr>
          <p:cNvSpPr txBox="1"/>
          <p:nvPr/>
        </p:nvSpPr>
        <p:spPr>
          <a:xfrm>
            <a:off x="6934200" y="2590800"/>
            <a:ext cx="2032000" cy="381000"/>
          </a:xfrm>
          <a:prstGeom prst="rect">
            <a:avLst/>
          </a:prstGeom>
        </p:spPr>
        <p:txBody>
          <a:bodyPr vert="horz" wrap="square" lIns="0" tIns="45720" rIns="0" bIns="45720" rtlCol="0" anchor="t">
            <a:noAutofit/>
          </a:bodyPr>
          <a:lstStyle/>
          <a:p>
            <a:pPr algn="l"/>
            <a:r>
              <a:rPr lang="en-US" sz="1100">
                <a:solidFill>
                  <a:srgbClr val="595959"/>
                </a:solidFill>
              </a:rPr>
              <a:t>Strong backlight: hard for cameras</a:t>
            </a:r>
            <a:endParaRPr lang="de-DE" sz="1100" dirty="0">
              <a:solidFill>
                <a:srgbClr val="595959"/>
              </a:solidFill>
            </a:endParaRPr>
          </a:p>
        </p:txBody>
      </p:sp>
      <p:sp>
        <p:nvSpPr>
          <p:cNvPr id="15" name="Textfeld 14">
            <a:extLst>
              <a:ext uri="{FF2B5EF4-FFF2-40B4-BE49-F238E27FC236}">
                <a16:creationId xmlns:a16="http://schemas.microsoft.com/office/drawing/2014/main" id="{ADC38851-01D2-BEF7-A1F8-FACEF36F7345}"/>
              </a:ext>
            </a:extLst>
          </p:cNvPr>
          <p:cNvSpPr txBox="1"/>
          <p:nvPr/>
        </p:nvSpPr>
        <p:spPr>
          <a:xfrm>
            <a:off x="4775200" y="2997200"/>
            <a:ext cx="4191000" cy="177800"/>
          </a:xfrm>
          <a:prstGeom prst="rect">
            <a:avLst/>
          </a:prstGeom>
        </p:spPr>
        <p:txBody>
          <a:bodyPr vert="horz" wrap="square" lIns="0" tIns="45720" rIns="0" bIns="45720" rtlCol="0" anchor="t">
            <a:noAutofit/>
          </a:bodyPr>
          <a:lstStyle/>
          <a:p>
            <a:pPr algn="l"/>
            <a:r>
              <a:rPr lang="fr-FR" sz="900" i="1">
                <a:solidFill>
                  <a:srgbClr val="595959"/>
                </a:solidFill>
              </a:rPr>
              <a:t>Images: M3DGR (Zhang et al., IROS 2025), unmodified.</a:t>
            </a:r>
            <a:endParaRPr lang="de-DE" sz="900" i="1" dirty="0">
              <a:solidFill>
                <a:srgbClr val="595959"/>
              </a:solidFill>
            </a:endParaRPr>
          </a:p>
        </p:txBody>
      </p:sp>
      <p:sp>
        <p:nvSpPr>
          <p:cNvPr id="16" name="Rechteck: abgerundete Ecken 15">
            <a:extLst>
              <a:ext uri="{FF2B5EF4-FFF2-40B4-BE49-F238E27FC236}">
                <a16:creationId xmlns:a16="http://schemas.microsoft.com/office/drawing/2014/main" id="{E8DC77B5-4544-F415-1CE7-85D4760163E8}"/>
              </a:ext>
            </a:extLst>
          </p:cNvPr>
          <p:cNvSpPr/>
          <p:nvPr/>
        </p:nvSpPr>
        <p:spPr>
          <a:xfrm>
            <a:off x="177800" y="3327400"/>
            <a:ext cx="8775700" cy="1041400"/>
          </a:xfrm>
          <a:prstGeom prst="roundRect">
            <a:avLst>
              <a:gd name="adj" fmla="val 6000"/>
            </a:avLst>
          </a:prstGeom>
          <a:solidFill>
            <a:srgbClr val="E6EFF7"/>
          </a:solidFill>
          <a:ln w="12700" cap="flat" cmpd="sng" algn="ctr">
            <a:noFill/>
            <a:prstDash val="solid"/>
            <a:miter lim="800000"/>
          </a:ln>
          <a:effectLst/>
          <a:extLst>
            <a:ext uri="{91240B29-F687-4F45-9708-019B960494DF}">
              <a14:hiddenLine xmlns:a14="http://schemas.microsoft.com/office/drawing/2010/main" w="12700" cap="flat" cmpd="sng" algn="ctr">
                <a:solidFill>
                  <a:schemeClr val="accent1">
                    <a:shade val="15000"/>
                  </a:schemeClr>
                </a:solidFill>
                <a:prstDash val="solid"/>
                <a:miter lim="800000"/>
              </a14:hiddenLine>
            </a:ext>
          </a:extLst>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de-DE"/>
          </a:p>
        </p:txBody>
      </p:sp>
      <p:sp>
        <p:nvSpPr>
          <p:cNvPr id="17" name="Textfeld 16">
            <a:extLst>
              <a:ext uri="{FF2B5EF4-FFF2-40B4-BE49-F238E27FC236}">
                <a16:creationId xmlns:a16="http://schemas.microsoft.com/office/drawing/2014/main" id="{0C914BD6-1EE6-CA4C-E74E-B6C9721A7ECD}"/>
              </a:ext>
            </a:extLst>
          </p:cNvPr>
          <p:cNvSpPr txBox="1"/>
          <p:nvPr/>
        </p:nvSpPr>
        <p:spPr>
          <a:xfrm>
            <a:off x="355600" y="3403600"/>
            <a:ext cx="8420100" cy="279400"/>
          </a:xfrm>
          <a:prstGeom prst="rect">
            <a:avLst/>
          </a:prstGeom>
        </p:spPr>
        <p:txBody>
          <a:bodyPr vert="horz" wrap="square" lIns="0" tIns="45720" rIns="0" bIns="45720" rtlCol="0" anchor="t">
            <a:noAutofit/>
          </a:bodyPr>
          <a:lstStyle/>
          <a:p>
            <a:pPr algn="l"/>
            <a:r>
              <a:rPr lang="de-DE" sz="1600" b="1">
                <a:solidFill>
                  <a:srgbClr val="0063A6"/>
                </a:solidFill>
              </a:rPr>
              <a:t>Limitations of our study</a:t>
            </a:r>
            <a:endParaRPr lang="de-DE" sz="1600" b="1" dirty="0">
              <a:solidFill>
                <a:srgbClr val="0063A6"/>
              </a:solidFill>
            </a:endParaRPr>
          </a:p>
        </p:txBody>
      </p:sp>
      <p:sp>
        <p:nvSpPr>
          <p:cNvPr id="18" name="Textfeld 17">
            <a:extLst>
              <a:ext uri="{FF2B5EF4-FFF2-40B4-BE49-F238E27FC236}">
                <a16:creationId xmlns:a16="http://schemas.microsoft.com/office/drawing/2014/main" id="{219E3D78-C3D9-86BF-C631-22C9489D8A35}"/>
              </a:ext>
            </a:extLst>
          </p:cNvPr>
          <p:cNvSpPr txBox="1"/>
          <p:nvPr/>
        </p:nvSpPr>
        <p:spPr>
          <a:xfrm>
            <a:off x="355600" y="3733800"/>
            <a:ext cx="8420100" cy="584200"/>
          </a:xfrm>
          <a:prstGeom prst="rect">
            <a:avLst/>
          </a:prstGeom>
        </p:spPr>
        <p:txBody>
          <a:bodyPr vert="horz" wrap="square" lIns="0" tIns="45720" rIns="0" bIns="45720" rtlCol="0" anchor="t">
            <a:normAutofit/>
          </a:bodyPr>
          <a:lstStyle/>
          <a:p>
            <a:pPr algn="l"/>
            <a:r>
              <a:rPr lang="de-DE" sz="1300">
                <a:solidFill>
                  <a:srgbClr val="262626"/>
                </a:solidFill>
              </a:rPr>
              <a:t>Software-synchronised sensors and rolling-shutter cameras | default parameters only</a:t>
            </a:r>
          </a:p>
          <a:p>
            <a:pPr algn="l"/>
            <a:r>
              <a:rPr lang="de-DE" sz="1300">
                <a:solidFill>
                  <a:srgbClr val="262626"/>
                </a:solidFill>
              </a:rPr>
              <a:t>small number of runs (N = 5) | different hardware per system</a:t>
            </a:r>
            <a:endParaRPr lang="de-DE" sz="1300" dirty="0">
              <a:solidFill>
                <a:srgbClr val="262626"/>
              </a:solidFill>
            </a:endParaRPr>
          </a:p>
        </p:txBody>
      </p:sp>
    </p:spTree>
    <p:extLst>
      <p:ext uri="{BB962C8B-B14F-4D97-AF65-F5344CB8AC3E}">
        <p14:creationId xmlns:p14="http://schemas.microsoft.com/office/powerpoint/2010/main" val="595537142"/>
      </p:ext>
    </p:extLst>
  </p:cSld>
  <p:clrMapOvr>
    <a:masterClrMapping/>
  </p:clrMapOvr>
</p:sld>
</file>

<file path=ppt/slides/slide1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el 1">
            <a:extLst>
              <a:ext uri="{FF2B5EF4-FFF2-40B4-BE49-F238E27FC236}">
                <a16:creationId xmlns:a16="http://schemas.microsoft.com/office/drawing/2014/main" id="{EFE5188D-821D-5E92-BC7E-9D7CEC011372}"/>
              </a:ext>
            </a:extLst>
          </p:cNvPr>
          <p:cNvSpPr>
            <a:spLocks noGrp="1"/>
          </p:cNvSpPr>
          <p:nvPr>
            <p:ph type="title"/>
          </p:nvPr>
        </p:nvSpPr>
        <p:spPr/>
        <p:txBody>
          <a:bodyPr/>
          <a:lstStyle/>
          <a:p>
            <a:r>
              <a:rPr lang="de-DE"/>
              <a:t>Thank you</a:t>
            </a:r>
          </a:p>
        </p:txBody>
      </p:sp>
      <p:sp>
        <p:nvSpPr>
          <p:cNvPr id="3" name="Textplatzhalter 2">
            <a:extLst>
              <a:ext uri="{FF2B5EF4-FFF2-40B4-BE49-F238E27FC236}">
                <a16:creationId xmlns:a16="http://schemas.microsoft.com/office/drawing/2014/main" id="{F109C2EF-8A61-D706-8FF1-5B73449D3CD0}"/>
              </a:ext>
            </a:extLst>
          </p:cNvPr>
          <p:cNvSpPr>
            <a:spLocks noGrp="1"/>
          </p:cNvSpPr>
          <p:nvPr>
            <p:ph type="body" sz="quarter" idx="10"/>
          </p:nvPr>
        </p:nvSpPr>
        <p:spPr/>
        <p:txBody>
          <a:bodyPr/>
          <a:lstStyle/>
          <a:p>
            <a:r>
              <a:rPr lang="en-US"/>
              <a:t>Questions? Code and results: github.com/eliasbitsch/bEARL</a:t>
            </a:r>
            <a:endParaRPr lang="de-DE"/>
          </a:p>
        </p:txBody>
      </p:sp>
    </p:spTree>
    <p:extLst>
      <p:ext uri="{BB962C8B-B14F-4D97-AF65-F5344CB8AC3E}">
        <p14:creationId xmlns:p14="http://schemas.microsoft.com/office/powerpoint/2010/main" val="874679685"/>
      </p:ext>
    </p:extLst>
  </p:cSld>
  <p:clrMapOvr>
    <a:masterClrMapping/>
  </p:clrMapOvr>
</p:sld>
</file>

<file path=ppt/theme/theme1.xml><?xml version="1.0" encoding="utf-8"?>
<a:theme xmlns:a="http://schemas.openxmlformats.org/drawingml/2006/main" name="Office">
  <a:themeElements>
    <a:clrScheme name="Custom 2">
      <a:dk1>
        <a:sysClr val="windowText" lastClr="000000"/>
      </a:dk1>
      <a:lt1>
        <a:sysClr val="window" lastClr="FFFFFF"/>
      </a:lt1>
      <a:dk2>
        <a:srgbClr val="72777A"/>
      </a:dk2>
      <a:lt2>
        <a:srgbClr val="FFFFFF"/>
      </a:lt2>
      <a:accent1>
        <a:srgbClr val="72777A"/>
      </a:accent1>
      <a:accent2>
        <a:srgbClr val="AAADAF"/>
      </a:accent2>
      <a:accent3>
        <a:srgbClr val="8BB31D"/>
      </a:accent3>
      <a:accent4>
        <a:srgbClr val="B9D177"/>
      </a:accent4>
      <a:accent5>
        <a:srgbClr val="00649C"/>
      </a:accent5>
      <a:accent6>
        <a:srgbClr val="66A2C4"/>
      </a:accent6>
      <a:hlink>
        <a:srgbClr val="00649C"/>
      </a:hlink>
      <a:folHlink>
        <a:srgbClr val="323F4F"/>
      </a:folHlink>
    </a:clrScheme>
    <a:fontScheme name="Benutzerdefiniert 1">
      <a:majorFont>
        <a:latin typeface="Arial Black"/>
        <a:ea typeface=""/>
        <a:cs typeface=""/>
      </a:majorFont>
      <a:minorFont>
        <a:latin typeface="Arial"/>
        <a:ea typeface=""/>
        <a:cs typeface=""/>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txDef>
      <a:spPr/>
      <a:bodyPr vert="horz" lIns="91440" tIns="45720" rIns="91440" bIns="45720" rtlCol="0" anchor="t">
        <a:normAutofit/>
      </a:bodyPr>
      <a:lstStyle>
        <a:defPPr algn="l">
          <a:defRPr sz="2800" dirty="0"/>
        </a:defPPr>
      </a:lstStyle>
    </a:txDef>
  </a:objectDefaults>
  <a:extraClrSchemeLst/>
  <a:extLst>
    <a:ext uri="{05A4C25C-085E-4340-85A3-A5531E510DB2}">
      <thm15:themeFamily xmlns:thm15="http://schemas.microsoft.com/office/thememl/2012/main" name="Präsentation3" id="{15EC8A32-EFA0-4B0B-AC0F-1D8CF766F1E4}" vid="{CE16643F-63A4-48FC-8B61-AF37F67178D7}"/>
    </a:ext>
  </a:extLst>
</a:theme>
</file>

<file path=ppt/theme/theme2.xml><?xml version="1.0" encoding="utf-8"?>
<a:theme xmlns:a="http://schemas.openxmlformats.org/drawingml/2006/main" name="Office Theme">
  <a:themeElements>
    <a:clrScheme name="Office">
      <a:dk1>
        <a:sysClr val="windowText" lastClr="000000"/>
      </a:dk1>
      <a:lt1>
        <a:sysClr val="window" lastClr="FFFFFF"/>
      </a:lt1>
      <a:dk2>
        <a:srgbClr val="44546A"/>
      </a:dk2>
      <a:lt2>
        <a:srgbClr val="E7E6E6"/>
      </a:lt2>
      <a:accent1>
        <a:srgbClr val="4472C4"/>
      </a:accent1>
      <a:accent2>
        <a:srgbClr val="ED7D31"/>
      </a:accent2>
      <a:accent3>
        <a:srgbClr val="A5A5A5"/>
      </a:accent3>
      <a:accent4>
        <a:srgbClr val="FFC000"/>
      </a:accent4>
      <a:accent5>
        <a:srgbClr val="5B9BD5"/>
      </a:accent5>
      <a:accent6>
        <a:srgbClr val="70AD47"/>
      </a:accent6>
      <a:hlink>
        <a:srgbClr val="0563C1"/>
      </a:hlink>
      <a:folHlink>
        <a:srgbClr val="954F72"/>
      </a:folHlink>
    </a:clrScheme>
    <a:fontScheme name="Office">
      <a:majorFont>
        <a:latin typeface="Calibri Light" panose="020F0302020204030204"/>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Calibri" panose="020F0502020204030204"/>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extraClrSchemeLst/>
  <a:extLst>
    <a:ext uri="{05A4C25C-085E-4340-85A3-A5531E510DB2}">
      <thm15:themeFamily xmlns:thm15="http://schemas.microsoft.com/office/thememl/2012/main" name="Office Theme" id="{62F939B6-93AF-4DB8-9C6B-D6C7DFDC589F}" vid="{4A3C46E8-61CC-4603-A589-7422A47A8E4A}"/>
    </a:ext>
  </a:extLst>
</a:theme>
</file>

<file path=ppt/theme/theme3.xml><?xml version="1.0" encoding="utf-8"?>
<a:theme xmlns:a="http://schemas.openxmlformats.org/drawingml/2006/main" name="Office">
  <a:themeElements>
    <a:clrScheme name="Office">
      <a:dk1>
        <a:sysClr val="windowText" lastClr="000000"/>
      </a:dk1>
      <a:lt1>
        <a:sysClr val="window" lastClr="FFFFFF"/>
      </a:lt1>
      <a:dk2>
        <a:srgbClr val="44546A"/>
      </a:dk2>
      <a:lt2>
        <a:srgbClr val="E7E6E6"/>
      </a:lt2>
      <a:accent1>
        <a:srgbClr val="5B9BD5"/>
      </a:accent1>
      <a:accent2>
        <a:srgbClr val="ED7D31"/>
      </a:accent2>
      <a:accent3>
        <a:srgbClr val="A5A5A5"/>
      </a:accent3>
      <a:accent4>
        <a:srgbClr val="FFC000"/>
      </a:accent4>
      <a:accent5>
        <a:srgbClr val="4472C4"/>
      </a:accent5>
      <a:accent6>
        <a:srgbClr val="70AD47"/>
      </a:accent6>
      <a:hlink>
        <a:srgbClr val="0563C1"/>
      </a:hlink>
      <a:folHlink>
        <a:srgbClr val="954F72"/>
      </a:folHlink>
    </a:clrScheme>
    <a:fontScheme name="Office">
      <a:majorFont>
        <a:latin typeface="Calibri Light" panose="020F0302020204030204"/>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Calibri" panose="020F0502020204030204"/>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extraClrSchemeLst/>
  <a:extLst>
    <a:ext uri="{05A4C25C-085E-4340-85A3-A5531E510DB2}">
      <thm15:themeFamily xmlns:thm15="http://schemas.microsoft.com/office/thememl/2012/main" name="Office Theme" id="{62F939B6-93AF-4DB8-9C6B-D6C7DFDC589F}" vid="{4A3C46E8-61CC-4603-A589-7422A47A8E4A}"/>
    </a:ext>
  </a:extLst>
</a:theme>
</file>

<file path=docProps/app.xml><?xml version="1.0" encoding="utf-8"?>
<Properties xmlns="http://schemas.openxmlformats.org/officeDocument/2006/extended-properties" xmlns:vt="http://schemas.openxmlformats.org/officeDocument/2006/docPropsVTypes">
  <Template>fhtw</Template>
  <TotalTime>0</TotalTime>
  <Words>2608</Words>
  <Application>Microsoft Office PowerPoint</Application>
  <PresentationFormat>Bildschirmpräsentation (16:9)</PresentationFormat>
  <Paragraphs>213</Paragraphs>
  <Slides>15</Slides>
  <Notes>14</Notes>
  <HiddenSlides>0</HiddenSlides>
  <MMClips>0</MMClips>
  <ScaleCrop>false</ScaleCrop>
  <HeadingPairs>
    <vt:vector size="6" baseType="variant">
      <vt:variant>
        <vt:lpstr>Verwendete Schriftarten</vt:lpstr>
      </vt:variant>
      <vt:variant>
        <vt:i4>3</vt:i4>
      </vt:variant>
      <vt:variant>
        <vt:lpstr>Design</vt:lpstr>
      </vt:variant>
      <vt:variant>
        <vt:i4>1</vt:i4>
      </vt:variant>
      <vt:variant>
        <vt:lpstr>Folientitel</vt:lpstr>
      </vt:variant>
      <vt:variant>
        <vt:i4>15</vt:i4>
      </vt:variant>
    </vt:vector>
  </HeadingPairs>
  <TitlesOfParts>
    <vt:vector size="19" baseType="lpstr">
      <vt:lpstr>Arial</vt:lpstr>
      <vt:lpstr>Calibri</vt:lpstr>
      <vt:lpstr>Symbol</vt:lpstr>
      <vt:lpstr>Office</vt:lpstr>
      <vt:lpstr>Comparing SLAM Systems Across Sensor Modalities</vt:lpstr>
      <vt:lpstr>What is SLAM?</vt:lpstr>
      <vt:lpstr>Task and approach</vt:lpstr>
      <vt:lpstr>Dataset: M3DGR ground robot</vt:lpstr>
      <vt:lpstr>Shared sequences and ground truth</vt:lpstr>
      <vt:lpstr>Evaluated SLAM systems</vt:lpstr>
      <vt:lpstr>Example: MASt3R-SLAM (monocular RGB)</vt:lpstr>
      <vt:lpstr>Metric 1: Absolute Trajectory Error (ATE)</vt:lpstr>
      <vt:lpstr>Metric 2: Relative Pose Error (RPE)</vt:lpstr>
      <vt:lpstr>Alignment and robustness</vt:lpstr>
      <vt:lpstr>What the evaluation looks like</vt:lpstr>
      <vt:lpstr>Evaluation protocol</vt:lpstr>
      <vt:lpstr>Automated evaluation pipeline</vt:lpstr>
      <vt:lpstr>Expected challenges and limitations</vt:lpstr>
      <vt:lpstr>Thank you</vt:lpstr>
    </vt:vector>
  </TitlesOfParts>
  <Company/>
  <LinksUpToDate>false</LinksUpToDate>
  <SharedDoc>false</SharedDoc>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
  <dc:creator>Elias Bitsch</dc:creator>
  <cp:lastModifiedBy>Elias Bitsch</cp:lastModifiedBy>
  <cp:revision>1</cp:revision>
  <dcterms:created xsi:type="dcterms:W3CDTF">2026-10-08T13:00:26Z</dcterms:created>
  <dcterms:modified xsi:type="dcterms:W3CDTF">2026-10-08T13:00:29Z</dcterms:modified>
</cp:coreProperties>
</file>